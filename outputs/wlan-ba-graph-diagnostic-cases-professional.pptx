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f01642efb4d0f" /><Relationship Type="http://schemas.openxmlformats.org/officeDocument/2006/relationships/extended-properties" Target="/docProps/app.xml" Id="Rffc90d5ec6cc42d3" /><Relationship Type="http://schemas.openxmlformats.org/officeDocument/2006/relationships/officeDocument" Target="/ppt/presentation.xml" Id="R07e7da16098048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d28d231974895"/>
  </p:sldMasterIdLst>
  <p:notesMasterIdLst>
    <p:notesMasterId xmlns:r="http://schemas.openxmlformats.org/officeDocument/2006/relationships" r:id="Rc36e2d96ff16458e"/>
  </p:notesMasterIdLst>
  <p:sldIdLst>
    <p:sldId xmlns:r="http://schemas.openxmlformats.org/officeDocument/2006/relationships" id="256" r:id="R05cbb85b64a64292"/>
    <p:sldId xmlns:r="http://schemas.openxmlformats.org/officeDocument/2006/relationships" id="257" r:id="Rdd9ee83d8cab4bac"/>
    <p:sldId xmlns:r="http://schemas.openxmlformats.org/officeDocument/2006/relationships" id="258" r:id="Ra66e819e73294f8e"/>
    <p:sldId xmlns:r="http://schemas.openxmlformats.org/officeDocument/2006/relationships" id="259" r:id="R749889646fcc4361"/>
    <p:sldId xmlns:r="http://schemas.openxmlformats.org/officeDocument/2006/relationships" id="260" r:id="Ra416f296e78c4853"/>
    <p:sldId xmlns:r="http://schemas.openxmlformats.org/officeDocument/2006/relationships" id="261" r:id="Ra11be23155824776"/>
    <p:sldId xmlns:r="http://schemas.openxmlformats.org/officeDocument/2006/relationships" id="262" r:id="R1752c18ff0494605"/>
    <p:sldId xmlns:r="http://schemas.openxmlformats.org/officeDocument/2006/relationships" id="263" r:id="R4465a420a6994b58"/>
    <p:sldId xmlns:r="http://schemas.openxmlformats.org/officeDocument/2006/relationships" id="264" r:id="R1d3b575078ac4333"/>
    <p:sldId xmlns:r="http://schemas.openxmlformats.org/officeDocument/2006/relationships" id="265" r:id="R1437f03b0d174e08"/>
    <p:sldId xmlns:r="http://schemas.openxmlformats.org/officeDocument/2006/relationships" id="266" r:id="R2b005d9fabff47d1"/>
    <p:sldId xmlns:r="http://schemas.openxmlformats.org/officeDocument/2006/relationships" id="267" r:id="R9d3b0a1ea62e43b5"/>
    <p:sldId xmlns:r="http://schemas.openxmlformats.org/officeDocument/2006/relationships" id="268" r:id="Rca2b6c08c2494f63"/>
    <p:sldId xmlns:r="http://schemas.openxmlformats.org/officeDocument/2006/relationships" id="269" r:id="R4f0e1b44b3f44a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0cb4aa0d74a74" /><Relationship Type="http://schemas.openxmlformats.org/officeDocument/2006/relationships/slideMaster" Target="/ppt/slideMasters/slideMaster1.xml" Id="R8cad28d231974895" /><Relationship Type="http://schemas.openxmlformats.org/officeDocument/2006/relationships/notesMaster" Target="/ppt/notesMasters/notesMaster1.xml" Id="Rc36e2d96ff16458e" /><Relationship Type="http://schemas.openxmlformats.org/officeDocument/2006/relationships/presProps" Target="/ppt/presProps.xml" Id="Rd05b246671734920" /><Relationship Type="http://schemas.openxmlformats.org/officeDocument/2006/relationships/viewProps" Target="/ppt/viewProps.xml" Id="R6b7ee5f362954cb9" /><Relationship Type="http://schemas.openxmlformats.org/officeDocument/2006/relationships/tableStyles" Target="/ppt/tableStyles.xml" Id="R64fdb7b1fa264978" /><Relationship Type="http://schemas.openxmlformats.org/officeDocument/2006/relationships/slide" Target="/ppt/slides/slide1.xml" Id="R05cbb85b64a64292" /><Relationship Type="http://schemas.openxmlformats.org/officeDocument/2006/relationships/slide" Target="/ppt/slides/slide2.xml" Id="Rdd9ee83d8cab4bac" /><Relationship Type="http://schemas.openxmlformats.org/officeDocument/2006/relationships/slide" Target="/ppt/slides/slide3.xml" Id="Ra66e819e73294f8e" /><Relationship Type="http://schemas.openxmlformats.org/officeDocument/2006/relationships/slide" Target="/ppt/slides/slide4.xml" Id="R749889646fcc4361" /><Relationship Type="http://schemas.openxmlformats.org/officeDocument/2006/relationships/slide" Target="/ppt/slides/slide5.xml" Id="Ra416f296e78c4853" /><Relationship Type="http://schemas.openxmlformats.org/officeDocument/2006/relationships/slide" Target="/ppt/slides/slide6.xml" Id="Ra11be23155824776" /><Relationship Type="http://schemas.openxmlformats.org/officeDocument/2006/relationships/slide" Target="/ppt/slides/slide7.xml" Id="R1752c18ff0494605" /><Relationship Type="http://schemas.openxmlformats.org/officeDocument/2006/relationships/slide" Target="/ppt/slides/slide8.xml" Id="R4465a420a6994b58" /><Relationship Type="http://schemas.openxmlformats.org/officeDocument/2006/relationships/slide" Target="/ppt/slides/slide9.xml" Id="R1d3b575078ac4333" /><Relationship Type="http://schemas.openxmlformats.org/officeDocument/2006/relationships/slide" Target="/ppt/slides/slide10.xml" Id="R1437f03b0d174e08" /><Relationship Type="http://schemas.openxmlformats.org/officeDocument/2006/relationships/slide" Target="/ppt/slides/slide11.xml" Id="R2b005d9fabff47d1" /><Relationship Type="http://schemas.openxmlformats.org/officeDocument/2006/relationships/slide" Target="/ppt/slides/slide12.xml" Id="R9d3b0a1ea62e43b5" /><Relationship Type="http://schemas.openxmlformats.org/officeDocument/2006/relationships/slide" Target="/ppt/slides/slide13.xml" Id="Rca2b6c08c2494f63" /><Relationship Type="http://schemas.openxmlformats.org/officeDocument/2006/relationships/slide" Target="/ppt/slides/slide14.xml" Id="R4f0e1b44b3f4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505c238e5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993999d344bd5" /><Relationship Type="http://schemas.openxmlformats.org/officeDocument/2006/relationships/notesMaster" Target="/ppt/notesMasters/notesMaster1.xml" Id="R387c53d6ef0d4f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eda3a6e0d4a45" /><Relationship Type="http://schemas.openxmlformats.org/officeDocument/2006/relationships/notesMaster" Target="/ppt/notesMasters/notesMaster1.xml" Id="Refa26ca8734e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f9e12511c74b6e" /><Relationship Type="http://schemas.openxmlformats.org/officeDocument/2006/relationships/notesMaster" Target="/ppt/notesMasters/notesMaster1.xml" Id="Rbe556cf5f8344c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3ece75bc84772" /><Relationship Type="http://schemas.openxmlformats.org/officeDocument/2006/relationships/notesMaster" Target="/ppt/notesMasters/notesMaster1.xml" Id="Red221c2a63fc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eab508e8845ce" /><Relationship Type="http://schemas.openxmlformats.org/officeDocument/2006/relationships/notesMaster" Target="/ppt/notesMasters/notesMaster1.xml" Id="R722573de208940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5e37f79c5f4366" /><Relationship Type="http://schemas.openxmlformats.org/officeDocument/2006/relationships/notesMaster" Target="/ppt/notesMasters/notesMaster1.xml" Id="R844c15c527b6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3c8ff6e0a4453" /><Relationship Type="http://schemas.openxmlformats.org/officeDocument/2006/relationships/notesMaster" Target="/ppt/notesMasters/notesMaster1.xml" Id="Refd7c30f14ea43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ab587443e4465" /><Relationship Type="http://schemas.openxmlformats.org/officeDocument/2006/relationships/notesMaster" Target="/ppt/notesMasters/notesMaster1.xml" Id="Re4913d75e93c4f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c0fce96dab4eab" /><Relationship Type="http://schemas.openxmlformats.org/officeDocument/2006/relationships/notesMaster" Target="/ppt/notesMasters/notesMaster1.xml" Id="R7d8c4c946ad14b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7fd7819a8b4a7d" /><Relationship Type="http://schemas.openxmlformats.org/officeDocument/2006/relationships/notesMaster" Target="/ppt/notesMasters/notesMaster1.xml" Id="Rb93e4dfeaecf42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7b03f4f8d742e1" /><Relationship Type="http://schemas.openxmlformats.org/officeDocument/2006/relationships/notesMaster" Target="/ppt/notesMasters/notesMaster1.xml" Id="R28be1e8530a443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5a2556b6494ed3" /><Relationship Type="http://schemas.openxmlformats.org/officeDocument/2006/relationships/notesMaster" Target="/ppt/notesMasters/notesMaster1.xml" Id="Rd549fca00ddf4d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1aca6e23b24c7f" /><Relationship Type="http://schemas.openxmlformats.org/officeDocument/2006/relationships/notesMaster" Target="/ppt/notesMasters/notesMaster1.xml" Id="Rfec715b24e2743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c2b681cdd04cb0" /><Relationship Type="http://schemas.openxmlformats.org/officeDocument/2006/relationships/notesMaster" Target="/ppt/notesMasters/notesMaster1.xml" Id="R34ba909b7765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b6d7f6dcc40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1e3a63fdb41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6b385be7344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fe3ada5dc4a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7df49558140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9b13facad4a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8b6d02fb14b2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9ff54b3e846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878487a9944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b1293072f49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8a676213b4e3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04A43B-06EB-E147-3E9F-AC64F3E573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7B8D00A-8795-6B73-F145-D0AB591004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4881A-2D66-2CBB-8F4C-2AB01E6D97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6DF878-5CDE-2CEE-021A-B5BB3AD3B1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29FA90-A3C0-8FA5-106E-FDFE06CB18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66257C-895A-13EB-4F71-7E74B42FD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B6A67C-3EC5-4E69-AF0C-C318AB0EE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1145AE-3D66-590B-099D-7DEEF01AD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7577BF-AAE6-26B1-C8B0-9F7330EDC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B34A99-2181-E90C-808E-B808F13BB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5CF3A5-2A46-DC0B-6156-FA6A27051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F81AE7-E3C1-5BFE-7961-1AA70219C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48805A-6146-15D7-266C-CC8CB6C20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8E1553-DD84-9A1A-691B-CBE675651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0F4586-96C0-7C65-7DD9-F189CBEEF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991E2-9CFD-C91B-B993-A2632E60D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22E94B-A940-A713-83EC-2E250A2FFE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319F94-E266-953A-EDDD-553A7022F0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03C45B-DBDE-856F-27EF-C6C4EF0E6F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A699EC-F2A9-E3DE-38C1-363703735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0F9E5-C4AA-99DB-8AE0-2FC78E58EE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7524A-611D-0B90-A81C-E2128B245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464865-A6A1-ADDD-28B2-28BA1A64BF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F37249-F080-4C08-794D-CAB68DAAE2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F519696-777D-801C-A8AC-A7D2DDF2FC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E393CE-9C73-E1C4-4247-765EAD07C5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D353CD-6633-6273-3843-00A5F16B6C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D628DDC-3B69-32C5-B992-99BD47F12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96D54ED-3C18-B74B-EBD2-32020478B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A17290-9D07-E903-967D-6CC64875C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0DE8212-0872-C69E-2CEA-E6351E9E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F246048-DFF1-C703-B17B-F7E0041695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B72113A-794B-93AE-E9D7-5EE091358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4B7CAD5-7194-37B5-7619-7B6CC8BAE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21EF715-FC81-FBA5-46F3-CC1BF737DB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CB57B1-7F28-A4B4-1D87-101506457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20AFE-235A-A560-6ED3-3FED4915C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1D1ABF-1FD8-D9D9-B2C4-60F0684EA3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AA6F97-0367-A574-D49D-8DF317F5E1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9BF40A-4A20-6106-A059-D7FD7AA08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AE37F16-1BFF-0BAF-FEC7-58D07B824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57D127-FACB-FE8B-6C64-76F9625C7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CFCF1C-568B-1677-200A-15E1DC23D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CEBFC80-1C5C-1AD6-A722-B58F926F9F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6A0E90-DDAA-2FED-E592-48E3F1B4C3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559AC7-1BDB-C4F3-52BF-FF8E1E9D9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9E3AD7-9A3F-F679-C963-5BA5DAF7D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52375D-1E9A-0758-B451-606257ED8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A4B3B8-8A6D-6DBD-5A34-7CA314C90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A475A7-D0BE-C81E-B9E9-BFC64BE306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A27235-1836-21D6-0C0E-10FD6CBCD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187058-808B-F2DD-5C3F-D5E972593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E39BDB-605B-06B7-1ED1-2E162F804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6D39A07-74D1-8C39-8C8A-754EDEF2D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A897A0-8011-52A0-4E54-11555AB53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B80987-F50A-58F4-E116-9348C43FE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D5B1C7-FAFD-4846-B92B-135AA6210A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A7CB-67CF-F66F-F672-F1D7EF743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7da97c7214f98" /><Relationship Type="http://schemas.openxmlformats.org/officeDocument/2006/relationships/slideLayout" Target="/ppt/slideLayouts/slideLayout1.xml" Id="Rd339e3120c31433c" /><Relationship Type="http://schemas.openxmlformats.org/officeDocument/2006/relationships/slideLayout" Target="/ppt/slideLayouts/slideLayout2.xml" Id="Re7173bf5310a4dc4" /><Relationship Type="http://schemas.openxmlformats.org/officeDocument/2006/relationships/slideLayout" Target="/ppt/slideLayouts/slideLayout3.xml" Id="R46c5d6b881864b54" /><Relationship Type="http://schemas.openxmlformats.org/officeDocument/2006/relationships/slideLayout" Target="/ppt/slideLayouts/slideLayout4.xml" Id="Rf81d3f6e7a0b4438" /><Relationship Type="http://schemas.openxmlformats.org/officeDocument/2006/relationships/slideLayout" Target="/ppt/slideLayouts/slideLayout5.xml" Id="R52ed2a603af343b1" /><Relationship Type="http://schemas.openxmlformats.org/officeDocument/2006/relationships/slideLayout" Target="/ppt/slideLayouts/slideLayout6.xml" Id="R8d02cb1f51984d79" /><Relationship Type="http://schemas.openxmlformats.org/officeDocument/2006/relationships/slideLayout" Target="/ppt/slideLayouts/slideLayout7.xml" Id="R2e1ea8c3cf1a42e3" /><Relationship Type="http://schemas.openxmlformats.org/officeDocument/2006/relationships/slideLayout" Target="/ppt/slideLayouts/slideLayout8.xml" Id="R9b105743a8d14fad" /><Relationship Type="http://schemas.openxmlformats.org/officeDocument/2006/relationships/slideLayout" Target="/ppt/slideLayouts/slideLayout9.xml" Id="R61d76942a1764374" /><Relationship Type="http://schemas.openxmlformats.org/officeDocument/2006/relationships/slideLayout" Target="/ppt/slideLayouts/slideLayout10.xml" Id="Raf783bd9a49041d3" /><Relationship Type="http://schemas.openxmlformats.org/officeDocument/2006/relationships/slideLayout" Target="/ppt/slideLayouts/slideLayout11.xml" Id="R729ea1d1551a40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9333D3-53B4-FC69-C20C-AAEF74750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C12A39-87A5-5975-5366-1017EA48D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893784-B44B-A3BA-6F2B-B4B5D07C83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C780A8-3F52-0E73-3FAF-8F5198503E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53AABF-2595-5575-14A7-121A475BEE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9e3120c31433c"/>
    <p:sldLayoutId xmlns:r="http://schemas.openxmlformats.org/officeDocument/2006/relationships" id="2147483650" r:id="Re7173bf5310a4dc4"/>
    <p:sldLayoutId xmlns:r="http://schemas.openxmlformats.org/officeDocument/2006/relationships" id="2147483651" r:id="R46c5d6b881864b54"/>
    <p:sldLayoutId xmlns:r="http://schemas.openxmlformats.org/officeDocument/2006/relationships" id="2147483652" r:id="Rf81d3f6e7a0b4438"/>
    <p:sldLayoutId xmlns:r="http://schemas.openxmlformats.org/officeDocument/2006/relationships" id="2147483653" r:id="R52ed2a603af343b1"/>
    <p:sldLayoutId xmlns:r="http://schemas.openxmlformats.org/officeDocument/2006/relationships" id="2147483654" r:id="R8d02cb1f51984d79"/>
    <p:sldLayoutId xmlns:r="http://schemas.openxmlformats.org/officeDocument/2006/relationships" id="2147483655" r:id="R2e1ea8c3cf1a42e3"/>
    <p:sldLayoutId xmlns:r="http://schemas.openxmlformats.org/officeDocument/2006/relationships" id="2147483656" r:id="R9b105743a8d14fad"/>
    <p:sldLayoutId xmlns:r="http://schemas.openxmlformats.org/officeDocument/2006/relationships" id="2147483657" r:id="R61d76942a1764374"/>
    <p:sldLayoutId xmlns:r="http://schemas.openxmlformats.org/officeDocument/2006/relationships" id="2147483658" r:id="Raf783bd9a49041d3"/>
    <p:sldLayoutId xmlns:r="http://schemas.openxmlformats.org/officeDocument/2006/relationships" id="2147483659" r:id="R729ea1d1551a40c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0c7be54e34488" /><Relationship Type="http://schemas.openxmlformats.org/officeDocument/2006/relationships/notesSlide" Target="/ppt/notesSlides/notesSlide1.xml" Id="Re2705b81d28c41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dcef32082402c" /><Relationship Type="http://schemas.openxmlformats.org/officeDocument/2006/relationships/image" Target="/ppt/media/image.png" Id="Rb1ed757e362d4239" /><Relationship Type="http://schemas.openxmlformats.org/officeDocument/2006/relationships/notesSlide" Target="/ppt/notesSlides/notesSlide2.xml" Id="R12f707dc132d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ca6ef255848d8" /><Relationship Type="http://schemas.openxmlformats.org/officeDocument/2006/relationships/image" Target="/ppt/media/image2.png" Id="Ra07f23278b7140c7" /><Relationship Type="http://schemas.openxmlformats.org/officeDocument/2006/relationships/image" Target="/ppt/media/image3.png" Id="R4df2f1ab90be4422" /><Relationship Type="http://schemas.openxmlformats.org/officeDocument/2006/relationships/notesSlide" Target="/ppt/notesSlides/notesSlide3.xml" Id="R3070bfa8387d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61388ece64b3a" /><Relationship Type="http://schemas.openxmlformats.org/officeDocument/2006/relationships/image" Target="/ppt/media/image4.png" Id="R3b1f9229169e47af" /><Relationship Type="http://schemas.openxmlformats.org/officeDocument/2006/relationships/notesSlide" Target="/ppt/notesSlides/notesSlide4.xml" Id="R01bcd1f61f194c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d046833f14a8d" /><Relationship Type="http://schemas.openxmlformats.org/officeDocument/2006/relationships/image" Target="/ppt/media/image5.png" Id="R6d9d3491461c43fa" /><Relationship Type="http://schemas.openxmlformats.org/officeDocument/2006/relationships/notesSlide" Target="/ppt/notesSlides/notesSlide5.xml" Id="R8548219c2aba43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aa39885b254050" /><Relationship Type="http://schemas.openxmlformats.org/officeDocument/2006/relationships/image" Target="/ppt/media/image6.png" Id="R4aaa9690531841e9" /><Relationship Type="http://schemas.openxmlformats.org/officeDocument/2006/relationships/notesSlide" Target="/ppt/notesSlides/notesSlide6.xml" Id="R215eded9d3104f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0c7293cbcd4368" /><Relationship Type="http://schemas.openxmlformats.org/officeDocument/2006/relationships/image" Target="/ppt/media/image7.png" Id="R49e54f4b6b8a48b3" /><Relationship Type="http://schemas.openxmlformats.org/officeDocument/2006/relationships/notesSlide" Target="/ppt/notesSlides/notesSlide7.xml" Id="Rfa7333036c1249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3d6f5f75f64f60" /><Relationship Type="http://schemas.openxmlformats.org/officeDocument/2006/relationships/image" Target="/ppt/media/image8.png" Id="R0f919bfe0f5b4c20" /><Relationship Type="http://schemas.openxmlformats.org/officeDocument/2006/relationships/notesSlide" Target="/ppt/notesSlides/notesSlide8.xml" Id="R926931554e9643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f7c1123714b7b" /><Relationship Type="http://schemas.openxmlformats.org/officeDocument/2006/relationships/image" Target="/ppt/media/image9.png" Id="R43df84320d444a32" /><Relationship Type="http://schemas.openxmlformats.org/officeDocument/2006/relationships/notesSlide" Target="/ppt/notesSlides/notesSlide9.xml" Id="Rf2fae691f39341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21dd2271a74b50" /><Relationship Type="http://schemas.openxmlformats.org/officeDocument/2006/relationships/image" Target="/ppt/media/image10.png" Id="Re18279e4c95f4266" /><Relationship Type="http://schemas.openxmlformats.org/officeDocument/2006/relationships/notesSlide" Target="/ppt/notesSlides/notesSlide10.xml" Id="Rf7932ebf799d40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d6be8a6ad14e11" /><Relationship Type="http://schemas.openxmlformats.org/officeDocument/2006/relationships/image" Target="/ppt/media/image11.png" Id="Rb5cdbb67bf534aef" /><Relationship Type="http://schemas.openxmlformats.org/officeDocument/2006/relationships/notesSlide" Target="/ppt/notesSlides/notesSlide11.xml" Id="Rf1b3eacc084746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923f70c0cc4673" /><Relationship Type="http://schemas.openxmlformats.org/officeDocument/2006/relationships/image" Target="/ppt/media/image12.png" Id="R4016e312f5c34bb2" /><Relationship Type="http://schemas.openxmlformats.org/officeDocument/2006/relationships/image" Target="/ppt/media/image13.png" Id="R8edea5f72cb94234" /><Relationship Type="http://schemas.openxmlformats.org/officeDocument/2006/relationships/notesSlide" Target="/ppt/notesSlides/notesSlide12.xml" Id="R11ea49d30b5741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fc540efba24927" /><Relationship Type="http://schemas.openxmlformats.org/officeDocument/2006/relationships/image" Target="/ppt/media/image14.png" Id="Rbcccf9aced0040c6" /><Relationship Type="http://schemas.openxmlformats.org/officeDocument/2006/relationships/notesSlide" Target="/ppt/notesSlides/notesSlide13.xml" Id="R9159e96d640842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ed3cf0cd04104" /><Relationship Type="http://schemas.openxmlformats.org/officeDocument/2006/relationships/notesSlide" Target="/ppt/notesSlides/notesSlide14.xml" Id="R4c1170ca68604fc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421"/>
            </a:gs>
            <a:gs pos="64000">
              <a:srgbClr val="1C2636"/>
            </a:gs>
            <a:gs pos="100000">
              <a:srgbClr val="4A2D1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E1D99-3831-03DF-52BB-E293833703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0" y="1809750"/>
            <a:ext cx="9525000" cy="1809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WLAN Block Ack Graph
Diagnostic Cases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F1AC15-9F5C-C209-BDA8-78B925E6C6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0100" y="3905250"/>
            <a:ext cx="93345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A34A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0A34A"/>
                </a:solidFill>
                <a:latin typeface="Avenir Next"/>
                <a:ea typeface="Avenir Next"/>
                <a:cs typeface="Avenir Next"/>
              </a:rPr>
              <a:t>Real captures  •  WQCPC-13082 / PCIE-12186</a:t>
            </a:r>
          </a:p>
        </p:txBody>
      </p:sp>
    </p:spTree>
    <p:extLst>
      <p:ext uri="{BB962C8B-B14F-4D97-AF65-F5344CB8AC3E}">
        <p14:creationId xmlns:p14="http://schemas.microsoft.com/office/powerpoint/2010/main" val="420458873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A14C50-4C70-A86A-2507-59FF1C4AD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A bitmap is evidence—not a loss verdict</a:t>
            </a:r>
          </a:p>
        </p:txBody>
      </p:sp>
      <p:pic>
        <p:nvPicPr>
          <p:cNvPr id="71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1ed757e362d42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962150" y="1181100"/>
            <a:ext cx="8458200" cy="4762500"/>
          </a:xfrm>
          <a:prstGeom xmlns:a="http://schemas.openxmlformats.org/drawingml/2006/main" prst="roundRect">
            <a:avLst>
              <a:gd name="adj" fmla="val 2800"/>
            </a:avLst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1624C6-BF17-58D2-4C3C-45B2A0C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81375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6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starting sequence (SSN)</a:t>
            </a:r>
          </a:p>
        </p:txBody>
      </p:sp>
      <p:cxnSp>
        <p:nvCxnSpPr>
          <p:cNvPr id="73" name="Straight Arrow Connector 5"/>
          <p:cNvCxnSpPr/>
          <p:nvPr/>
        </p:nvCxnSpPr>
        <p:spPr>
          <a:xfrm xmlns:a="http://schemas.openxmlformats.org/drawingml/2006/main">
            <a:off x="1593204" y="3637978"/>
            <a:ext cx="1505928" cy="5324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46604-D67A-0901-92FE-0E21179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38375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Observed bitmap set</a:t>
            </a:r>
          </a:p>
        </p:txBody>
      </p:sp>
      <p:cxnSp>
        <p:nvCxnSpPr>
          <p:cNvPr id="75" name="Straight Arrow Connector 9"/>
          <p:cNvCxnSpPr/>
          <p:nvPr/>
        </p:nvCxnSpPr>
        <p:spPr>
          <a:xfrm xmlns:a="http://schemas.openxmlformats.org/drawingml/2006/main">
            <a:off x="1962150" y="2510597"/>
            <a:ext cx="1537475" cy="925266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BFF0E8-0F7D-2CA1-6CF2-F871C14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787" y="4648199"/>
            <a:ext cx="7867790" cy="394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878B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58E79F-DD8B-E4C7-6D46-C61478D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8200"/>
            <a:ext cx="1809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98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Counts for the visible plotting window</a:t>
            </a:r>
          </a:p>
        </p:txBody>
      </p:sp>
      <p:cxnSp>
        <p:nvCxnSpPr>
          <p:cNvPr id="78" name="Straight Arrow Connector 17"/>
          <p:cNvCxnSpPr/>
          <p:nvPr/>
        </p:nvCxnSpPr>
        <p:spPr>
          <a:xfrm xmlns:a="http://schemas.openxmlformats.org/drawingml/2006/main" flipV="1">
            <a:off x="1593204" y="4779883"/>
            <a:ext cx="608582" cy="394734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9" name="Straight Arrow Connector 20"/>
          <p:cNvCxnSpPr/>
          <p:nvPr/>
        </p:nvCxnSpPr>
        <p:spPr>
          <a:xfrm xmlns:a="http://schemas.openxmlformats.org/drawingml/2006/main" flipH="1">
            <a:off x="7829546" y="1355765"/>
            <a:ext cx="2590804" cy="14880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FA80FA-1A82-FE5F-FF95-A81FEB03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295400"/>
            <a:ext cx="1828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6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Exclusive upper bound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2377456-A5D5-FF7C-C2A1-E4A23E0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828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82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SSN (lower bound)</a:t>
            </a:r>
          </a:p>
        </p:txBody>
      </p:sp>
      <p:cxnSp>
        <p:nvCxnSpPr>
          <p:cNvPr id="82" name="Straight Arrow Connector 25"/>
          <p:cNvCxnSpPr>
            <a:st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725559" y="3360235"/>
            <a:ext cx="1556454" cy="2419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58248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C819CC-8D07-20DF-1AEE-FE4C317D8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Open the session that owns the BA</a:t>
            </a:r>
          </a:p>
        </p:txBody>
      </p:sp>
      <p:pic>
        <p:nvPicPr>
          <p:cNvPr id="1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a07f23278b7140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381125"/>
            <a:ext cx="5219700" cy="37338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2f1ab90be4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381125"/>
            <a:ext cx="5219700" cy="37338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134617-BE39-CAD4-1373-395900F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561" y="3970997"/>
            <a:ext cx="2773230" cy="51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878B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B9A8D9-06BF-B021-53BE-D1042D33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52197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1  Follow a selected BA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704C34-C1B2-D213-34F0-F3B4D34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52197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2  Open the full BA graph</a:t>
            </a:r>
          </a:p>
        </p:txBody>
      </p:sp>
    </p:spTree>
    <p:extLst>
      <p:ext uri="{BB962C8B-B14F-4D97-AF65-F5344CB8AC3E}">
        <p14:creationId xmlns:p14="http://schemas.microsoft.com/office/powerpoint/2010/main" val="100438854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Confirm pair and TID</a:t>
            </a:r>
          </a:p>
        </p:txBody>
      </p:sp>
      <p:pic>
        <p:nvPicPr>
          <p:cNvPr id="8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3b1f9229169e47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257300"/>
            <a:ext cx="10972800" cy="4438650"/>
          </a:xfrm>
          <a:prstGeom xmlns:a="http://schemas.openxmlformats.org/drawingml/2006/main" prst="roundRect">
            <a:avLst>
              <a:gd name="adj" fmla="val 3004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9D950D-5E72-A7FB-2584-EAB5A6A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1" y="1257301"/>
            <a:ext cx="10972800" cy="458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878B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453525-EEFE-4787-0F06-5CB04E4DA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window = [SSN, SSN + bitmap size)</a:t>
            </a:r>
          </a:p>
        </p:txBody>
      </p:sp>
      <p:pic>
        <p:nvPicPr>
          <p:cNvPr id="33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6d9d3491461c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276350"/>
            <a:ext cx="10972800" cy="4581525"/>
          </a:xfrm>
          <a:prstGeom xmlns:a="http://schemas.openxmlformats.org/drawingml/2006/main" prst="roundRect">
            <a:avLst>
              <a:gd name="adj" fmla="val 2911"/>
            </a:avLst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0133B-93BC-B878-2E46-CB10E6D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86" y="3914649"/>
            <a:ext cx="3202147" cy="400341"/>
          </a:xfrm>
          <a:prstGeom xmlns:a="http://schemas.openxmlformats.org/drawingml/2006/main" prst="roundRect">
            <a:avLst>
              <a:gd name="adj" fmla="val 2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Bits explicitly set in the BA</a:t>
            </a:r>
          </a:p>
        </p:txBody>
      </p:sp>
      <p:cxnSp>
        <p:nvCxnSpPr>
          <p:cNvPr id="35" name="Straight Arrow Connector 6"/>
          <p:cNvCxnSpPr/>
          <p:nvPr/>
        </p:nvCxnSpPr>
        <p:spPr>
          <a:xfrm xmlns:a="http://schemas.openxmlformats.org/drawingml/2006/main">
            <a:off x="3060933" y="4303518"/>
            <a:ext cx="417902" cy="396549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ACDE18-10EA-190C-FC8B-3DF7321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33" y="6047909"/>
            <a:ext cx="1751000" cy="400341"/>
          </a:xfrm>
          <a:prstGeom xmlns:a="http://schemas.openxmlformats.org/drawingml/2006/main" prst="roundRect">
            <a:avLst>
              <a:gd name="adj" fmla="val 2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571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point and starting SSN</a:t>
            </a:r>
          </a:p>
        </p:txBody>
      </p:sp>
      <p:cxnSp>
        <p:nvCxnSpPr>
          <p:cNvPr id="37" name="Straight Arrow Connector 8"/>
          <p:cNvCxnSpPr/>
          <p:nvPr/>
        </p:nvCxnSpPr>
        <p:spPr>
          <a:xfrm xmlns:a="http://schemas.openxmlformats.org/drawingml/2006/main" flipV="1">
            <a:off x="2870977" y="5088937"/>
            <a:ext cx="607858" cy="95897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32408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728CE-FAE0-B968-CCBE-EFFC7020F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ACK gaps mark missing BA evidence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925DE0-66B8-6218-C8D0-E20DF17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0555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A later BA SSN passed these sequences without an observed ACK</a:t>
            </a:r>
          </a:p>
        </p:txBody>
      </p:sp>
      <p:pic>
        <p:nvPicPr>
          <p:cNvPr id="16" name="Content Placeholder 10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aaa9690531841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24000" y="1066800"/>
            <a:ext cx="9144000" cy="5153025"/>
          </a:xfrm>
          <a:prstGeom xmlns:a="http://schemas.openxmlformats.org/drawingml/2006/main" prst="roundRect">
            <a:avLst>
              <a:gd name="adj" fmla="val 2588"/>
            </a:avLst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B5D3092-920B-8D43-CE90-0F4A024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92" y="2730160"/>
            <a:ext cx="276220" cy="114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3F45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61594525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E1240-9853-4BF1-02A6-0C269236D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Captured MPDUs confirm local visibility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9e54f4b6b8a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25150535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1F05C5-4E7B-3B4C-B784-C302F7651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Green vs red crosses: prior-set or unseen</a:t>
            </a:r>
          </a:p>
        </p:txBody>
      </p:sp>
      <p:pic>
        <p:nvPicPr>
          <p:cNvPr id="12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0f919bfe0f5b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143000" y="1066800"/>
            <a:ext cx="9906000" cy="5572125"/>
          </a:xfrm>
          <a:prstGeom xmlns:a="http://schemas.openxmlformats.org/drawingml/2006/main" prst="roundRect">
            <a:avLst>
              <a:gd name="adj" fmla="val 2393"/>
            </a:avLst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7F5E282-204E-40C2-B0AC-AE62A99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080" y="3187612"/>
            <a:ext cx="135065" cy="25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A4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D65263-7A55-C7B3-7A08-A518AF0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229" y="342900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68A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8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5C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5C34"/>
                </a:solidFill>
                <a:latin typeface="Avenir Next"/>
                <a:ea typeface="Avenir Next"/>
                <a:cs typeface="Avenir Next"/>
              </a:rPr>
              <a:t>Green: prior set in agreement; zero now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E7A6A3-9447-F1EC-F5A0-9DD9559D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39727" y="3602117"/>
            <a:ext cx="198120" cy="180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3F45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1A646E-6779-99B7-551B-2530F8B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419" y="3614913"/>
            <a:ext cx="3048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3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rPr>
              <a:t>Red: zero now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rPr>
              <a:t>No prior set in agreement</a:t>
            </a:r>
          </a:p>
        </p:txBody>
      </p:sp>
    </p:spTree>
    <p:extLst>
      <p:ext uri="{BB962C8B-B14F-4D97-AF65-F5344CB8AC3E}">
        <p14:creationId xmlns:p14="http://schemas.microsoft.com/office/powerpoint/2010/main" val="439894747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F9CD0-A9BA-9842-E34A-D7823799E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Click a span endpoint for lifetime details</a:t>
            </a:r>
          </a:p>
        </p:txBody>
      </p:sp>
      <p:pic>
        <p:nvPicPr>
          <p:cNvPr id="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3df84320d444a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247578420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A6CA3-BF68-355B-0D6D-8E9F72F54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SSN labels expose sequence jumps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e18279e4c95f4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1389337188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74AB5A-3605-54ED-3333-A5FADC6B9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Measure BA update spacing</a:t>
            </a:r>
          </a:p>
        </p:txBody>
      </p:sp>
      <p:pic>
        <p:nvPicPr>
          <p:cNvPr id="5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5cdbb67bf534a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19026663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ADDBA explains the SSN reset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6e312f5c34bb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09600" y="1428750"/>
            <a:ext cx="6667500" cy="2695575"/>
          </a:xfrm>
          <a:prstGeom xmlns:a="http://schemas.openxmlformats.org/drawingml/2006/main" prst="roundRect">
            <a:avLst>
              <a:gd name="adj" fmla="val 494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22DB9-C41C-45BE-AC47-918D984F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FULL 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CCBA1-C509-4F21-A619-986682C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878B8"/>
                </a:solidFill>
                <a:latin typeface="Avenir Next"/>
                <a:ea typeface="Avenir Next"/>
                <a:cs typeface="Avenir Next"/>
              </a:rPr>
              <a:t>RESET DETAIL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F3DB6-FC59-4A9C-9DC8-9C5D6063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667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CEAF6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20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ADDBA Req  →  ADDBA OK  →  SSN reset</a:t>
            </a:r>
          </a:p>
          <a:p xmlns:a="http://schemas.openxmlformats.org/drawingml/2006/main">
            <a:pPr algn="l"/>
            <a:r>
              <a:rPr sz="1400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The session setup explains the restart before the subsequent BA ramp.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ea5f72cb94234"/>
          <a:stretch xmlns:a="http://schemas.openxmlformats.org/drawingml/2006/main"/>
        </p:blipFill>
        <p:spPr>
          <a:xfrm xmlns:a="http://schemas.openxmlformats.org/drawingml/2006/main">
            <a:off x="7810500" y="1433227"/>
            <a:ext cx="3771900" cy="4658297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Gray markers identify explicit FCS errors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cf9aced0040c6"/>
          <a:srcRect xmlns:a="http://schemas.openxmlformats.org/drawingml/2006/main" l="0" t="0" r="0" b="10000"/>
          <a:stretch xmlns:a="http://schemas.openxmlformats.org/drawingml/2006/main"/>
        </p:blipFill>
        <p:spPr>
          <a:xfrm xmlns:a="http://schemas.openxmlformats.org/drawingml/2006/main" flipH="0" flipV="0">
            <a:off x="609600" y="1257300"/>
            <a:ext cx="10972800" cy="40005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421"/>
            </a:gs>
            <a:gs pos="64000">
              <a:srgbClr val="1C2636"/>
            </a:gs>
            <a:gs pos="100000">
              <a:srgbClr val="4A2D1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E1D99-3831-03DF-52BB-E293833703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0" y="1809750"/>
            <a:ext cx="9525000" cy="1809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Graph first.
Frames decide.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F1AC15-9F5C-C209-BDA8-78B925E6C6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0100" y="3905250"/>
            <a:ext cx="93345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EBCCE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AEBCCE"/>
                </a:solidFill>
                <a:latin typeface="Avenir Next"/>
                <a:ea typeface="Avenir Next"/>
                <a:cs typeface="Avenir Next"/>
              </a:rPr>
              <a:t>Use the graph to isolate the interval—then validate the source packets.</a:t>
            </a:r>
          </a:p>
        </p:txBody>
      </p:sp>
    </p:spTree>
    <p:extLst>
      <p:ext uri="{BB962C8B-B14F-4D97-AF65-F5344CB8AC3E}">
        <p14:creationId xmlns:p14="http://schemas.microsoft.com/office/powerpoint/2010/main" val="42045887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2026-07-23T13:07:27.2280000Z</dcterms:created>
  <dcterms:modified xsi:type="dcterms:W3CDTF">2026-07-23T13:07:27.2280000Z</dcterms:modified>
</coreProperties>
</file>