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2ae7c6089d4424" /><Relationship Type="http://schemas.openxmlformats.org/officeDocument/2006/relationships/extended-properties" Target="/docProps/app.xml" Id="R6f63701eb9e4423b" /><Relationship Type="http://schemas.openxmlformats.org/officeDocument/2006/relationships/officeDocument" Target="/ppt/presentation.xml" Id="R877b57f58f1a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c8ef33755404d"/>
  </p:sldMasterIdLst>
  <p:notesMasterIdLst>
    <p:notesMasterId xmlns:r="http://schemas.openxmlformats.org/officeDocument/2006/relationships" r:id="R245bb3dcc5a345b9"/>
  </p:notesMasterIdLst>
  <p:sldIdLst>
    <p:sldId xmlns:r="http://schemas.openxmlformats.org/officeDocument/2006/relationships" id="256" r:id="R57468c5c540643ea"/>
    <p:sldId xmlns:r="http://schemas.openxmlformats.org/officeDocument/2006/relationships" id="257" r:id="R449e77b7ba5b434f"/>
    <p:sldId xmlns:r="http://schemas.openxmlformats.org/officeDocument/2006/relationships" id="258" r:id="R896bfdc0627b45ca"/>
    <p:sldId xmlns:r="http://schemas.openxmlformats.org/officeDocument/2006/relationships" id="259" r:id="Rbaaa9c314cce4c10"/>
    <p:sldId xmlns:r="http://schemas.openxmlformats.org/officeDocument/2006/relationships" id="260" r:id="Rf445da08ce1d41ac"/>
    <p:sldId xmlns:r="http://schemas.openxmlformats.org/officeDocument/2006/relationships" id="261" r:id="Rf0c53eb74957485c"/>
    <p:sldId xmlns:r="http://schemas.openxmlformats.org/officeDocument/2006/relationships" id="262" r:id="Ra27ad53f547a4ce9"/>
    <p:sldId xmlns:r="http://schemas.openxmlformats.org/officeDocument/2006/relationships" id="263" r:id="R05d53d67de3646cb"/>
    <p:sldId xmlns:r="http://schemas.openxmlformats.org/officeDocument/2006/relationships" id="264" r:id="Re2892fbb2aab4c96"/>
    <p:sldId xmlns:r="http://schemas.openxmlformats.org/officeDocument/2006/relationships" id="265" r:id="R5e51313bc3fd49ce"/>
    <p:sldId xmlns:r="http://schemas.openxmlformats.org/officeDocument/2006/relationships" id="266" r:id="Re51ae3e446ca4aad"/>
    <p:sldId xmlns:r="http://schemas.openxmlformats.org/officeDocument/2006/relationships" id="267" r:id="R7b3fa01918ab42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f9a64334c34283" /><Relationship Type="http://schemas.openxmlformats.org/officeDocument/2006/relationships/slideMaster" Target="/ppt/slideMasters/slideMaster1.xml" Id="R7dcc8ef33755404d" /><Relationship Type="http://schemas.openxmlformats.org/officeDocument/2006/relationships/notesMaster" Target="/ppt/notesMasters/notesMaster1.xml" Id="R245bb3dcc5a345b9" /><Relationship Type="http://schemas.openxmlformats.org/officeDocument/2006/relationships/presProps" Target="/ppt/presProps.xml" Id="R1ecc02a2c62e4a9b" /><Relationship Type="http://schemas.openxmlformats.org/officeDocument/2006/relationships/viewProps" Target="/ppt/viewProps.xml" Id="R925cd947e2fb4ad4" /><Relationship Type="http://schemas.openxmlformats.org/officeDocument/2006/relationships/tableStyles" Target="/ppt/tableStyles.xml" Id="R7003498c1576464e" /><Relationship Type="http://schemas.openxmlformats.org/officeDocument/2006/relationships/slide" Target="/ppt/slides/slide1.xml" Id="R57468c5c540643ea" /><Relationship Type="http://schemas.openxmlformats.org/officeDocument/2006/relationships/slide" Target="/ppt/slides/slide2.xml" Id="R449e77b7ba5b434f" /><Relationship Type="http://schemas.openxmlformats.org/officeDocument/2006/relationships/slide" Target="/ppt/slides/slide3.xml" Id="R896bfdc0627b45ca" /><Relationship Type="http://schemas.openxmlformats.org/officeDocument/2006/relationships/slide" Target="/ppt/slides/slide4.xml" Id="Rbaaa9c314cce4c10" /><Relationship Type="http://schemas.openxmlformats.org/officeDocument/2006/relationships/slide" Target="/ppt/slides/slide5.xml" Id="Rf445da08ce1d41ac" /><Relationship Type="http://schemas.openxmlformats.org/officeDocument/2006/relationships/slide" Target="/ppt/slides/slide6.xml" Id="Rf0c53eb74957485c" /><Relationship Type="http://schemas.openxmlformats.org/officeDocument/2006/relationships/slide" Target="/ppt/slides/slide7.xml" Id="Ra27ad53f547a4ce9" /><Relationship Type="http://schemas.openxmlformats.org/officeDocument/2006/relationships/slide" Target="/ppt/slides/slide8.xml" Id="R05d53d67de3646cb" /><Relationship Type="http://schemas.openxmlformats.org/officeDocument/2006/relationships/slide" Target="/ppt/slides/slide9.xml" Id="Re2892fbb2aab4c96" /><Relationship Type="http://schemas.openxmlformats.org/officeDocument/2006/relationships/slide" Target="/ppt/slides/slide10.xml" Id="R5e51313bc3fd49ce" /><Relationship Type="http://schemas.openxmlformats.org/officeDocument/2006/relationships/slide" Target="/ppt/slides/slide11.xml" Id="Re51ae3e446ca4aad" /><Relationship Type="http://schemas.openxmlformats.org/officeDocument/2006/relationships/slide" Target="/ppt/slides/slide12.xml" Id="R7b3fa01918ab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b9814db82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a766d1f6b41da" /><Relationship Type="http://schemas.openxmlformats.org/officeDocument/2006/relationships/notesMaster" Target="/ppt/notesMasters/notesMaster1.xml" Id="R1f18048075b14a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e87d97010b4ef8" /><Relationship Type="http://schemas.openxmlformats.org/officeDocument/2006/relationships/notesMaster" Target="/ppt/notesMasters/notesMaster1.xml" Id="Rcb01525a16b6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2562194c2459f" /><Relationship Type="http://schemas.openxmlformats.org/officeDocument/2006/relationships/notesMaster" Target="/ppt/notesMasters/notesMaster1.xml" Id="R6b25cd2e296548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9b635dab344f2" /><Relationship Type="http://schemas.openxmlformats.org/officeDocument/2006/relationships/notesMaster" Target="/ppt/notesMasters/notesMaster1.xml" Id="R92ae6b73998c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07530517c24e53" /><Relationship Type="http://schemas.openxmlformats.org/officeDocument/2006/relationships/notesMaster" Target="/ppt/notesMasters/notesMaster1.xml" Id="Rb56e4123b9734b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5663f653e4bea" /><Relationship Type="http://schemas.openxmlformats.org/officeDocument/2006/relationships/notesMaster" Target="/ppt/notesMasters/notesMaster1.xml" Id="Rbabb0f4ae23d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4d471589ad4839" /><Relationship Type="http://schemas.openxmlformats.org/officeDocument/2006/relationships/notesMaster" Target="/ppt/notesMasters/notesMaster1.xml" Id="R9df04569426e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88c979956a493b" /><Relationship Type="http://schemas.openxmlformats.org/officeDocument/2006/relationships/notesMaster" Target="/ppt/notesMasters/notesMaster1.xml" Id="Rd404ab921932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9ae1ccbac3446b" /><Relationship Type="http://schemas.openxmlformats.org/officeDocument/2006/relationships/notesMaster" Target="/ppt/notesMasters/notesMaster1.xml" Id="Rb42b44468b4b4e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45f8fe07a74684" /><Relationship Type="http://schemas.openxmlformats.org/officeDocument/2006/relationships/notesMaster" Target="/ppt/notesMasters/notesMaster1.xml" Id="R52843f82053e47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2f4792a0094e29" /><Relationship Type="http://schemas.openxmlformats.org/officeDocument/2006/relationships/notesMaster" Target="/ppt/notesMasters/notesMaster1.xml" Id="R7193c77217ee47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2a7bbc7b5e4a0f" /><Relationship Type="http://schemas.openxmlformats.org/officeDocument/2006/relationships/notesMaster" Target="/ppt/notesMasters/notesMaster1.xml" Id="R863aadf2c79a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b3c831d1c4a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f81f838c348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267ac88004f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b5eb265df40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d208f678b44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6a171e6d14a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d9f69af154f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b6143017a4b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d1e42df9e45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3ba9badfd4d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f114e788f43c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04A43B-06EB-E147-3E9F-AC64F3E573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7B8D00A-8795-6B73-F145-D0AB591004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4881A-2D66-2CBB-8F4C-2AB01E6D97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6DF878-5CDE-2CEE-021A-B5BB3AD3B1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29FA90-A3C0-8FA5-106E-FDFE06CB18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66257C-895A-13EB-4F71-7E74B42FD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B6A67C-3EC5-4E69-AF0C-C318AB0EE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1145AE-3D66-590B-099D-7DEEF01AD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7577BF-AAE6-26B1-C8B0-9F7330EDC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B34A99-2181-E90C-808E-B808F13BB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5CF3A5-2A46-DC0B-6156-FA6A27051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F81AE7-E3C1-5BFE-7961-1AA70219C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48805A-6146-15D7-266C-CC8CB6C20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8E1553-DD84-9A1A-691B-CBE675651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0F4586-96C0-7C65-7DD9-F189CBEEF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991E2-9CFD-C91B-B993-A2632E60D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22E94B-A940-A713-83EC-2E250A2FFE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319F94-E266-953A-EDDD-553A7022F0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03C45B-DBDE-856F-27EF-C6C4EF0E6F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A699EC-F2A9-E3DE-38C1-363703735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0F9E5-C4AA-99DB-8AE0-2FC78E58EE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7524A-611D-0B90-A81C-E2128B245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464865-A6A1-ADDD-28B2-28BA1A64BF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F37249-F080-4C08-794D-CAB68DAAE2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F519696-777D-801C-A8AC-A7D2DDF2FC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E393CE-9C73-E1C4-4247-765EAD07C5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D353CD-6633-6273-3843-00A5F16B6C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D628DDC-3B69-32C5-B992-99BD47F12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96D54ED-3C18-B74B-EBD2-32020478B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A17290-9D07-E903-967D-6CC64875C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0DE8212-0872-C69E-2CEA-E6351E9E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F246048-DFF1-C703-B17B-F7E0041695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B72113A-794B-93AE-E9D7-5EE091358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4B7CAD5-7194-37B5-7619-7B6CC8BAE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21EF715-FC81-FBA5-46F3-CC1BF737DB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CB57B1-7F28-A4B4-1D87-101506457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20AFE-235A-A560-6ED3-3FED4915C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1D1ABF-1FD8-D9D9-B2C4-60F0684EA3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AA6F97-0367-A574-D49D-8DF317F5E1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9BF40A-4A20-6106-A059-D7FD7AA08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AE37F16-1BFF-0BAF-FEC7-58D07B824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57D127-FACB-FE8B-6C64-76F9625C7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CFCF1C-568B-1677-200A-15E1DC23D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CEBFC80-1C5C-1AD6-A722-B58F926F9F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6A0E90-DDAA-2FED-E592-48E3F1B4C3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559AC7-1BDB-C4F3-52BF-FF8E1E9D9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9E3AD7-9A3F-F679-C963-5BA5DAF7D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52375D-1E9A-0758-B451-606257ED8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A4B3B8-8A6D-6DBD-5A34-7CA314C90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A475A7-D0BE-C81E-B9E9-BFC64BE306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A27235-1836-21D6-0C0E-10FD6CBCD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187058-808B-F2DD-5C3F-D5E972593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E39BDB-605B-06B7-1ED1-2E162F804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6D39A07-74D1-8C39-8C8A-754EDEF2D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A897A0-8011-52A0-4E54-11555AB53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B80987-F50A-58F4-E116-9348C43FE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D5B1C7-FAFD-4846-B92B-135AA6210A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A7CB-67CF-F66F-F672-F1D7EF743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96c106e8314898" /><Relationship Type="http://schemas.openxmlformats.org/officeDocument/2006/relationships/slideLayout" Target="/ppt/slideLayouts/slideLayout1.xml" Id="Rf38948194c304e25" /><Relationship Type="http://schemas.openxmlformats.org/officeDocument/2006/relationships/slideLayout" Target="/ppt/slideLayouts/slideLayout2.xml" Id="Rf70e0f014758428f" /><Relationship Type="http://schemas.openxmlformats.org/officeDocument/2006/relationships/slideLayout" Target="/ppt/slideLayouts/slideLayout3.xml" Id="R58aa3d7bc0e64685" /><Relationship Type="http://schemas.openxmlformats.org/officeDocument/2006/relationships/slideLayout" Target="/ppt/slideLayouts/slideLayout4.xml" Id="Rdc353b7f8c4c46de" /><Relationship Type="http://schemas.openxmlformats.org/officeDocument/2006/relationships/slideLayout" Target="/ppt/slideLayouts/slideLayout5.xml" Id="Rb5c25fa2f901440e" /><Relationship Type="http://schemas.openxmlformats.org/officeDocument/2006/relationships/slideLayout" Target="/ppt/slideLayouts/slideLayout6.xml" Id="R4bebcd0669534da2" /><Relationship Type="http://schemas.openxmlformats.org/officeDocument/2006/relationships/slideLayout" Target="/ppt/slideLayouts/slideLayout7.xml" Id="Rd7d962bcd68947f8" /><Relationship Type="http://schemas.openxmlformats.org/officeDocument/2006/relationships/slideLayout" Target="/ppt/slideLayouts/slideLayout8.xml" Id="Rca2860de4ada446e" /><Relationship Type="http://schemas.openxmlformats.org/officeDocument/2006/relationships/slideLayout" Target="/ppt/slideLayouts/slideLayout9.xml" Id="R2a2c7b33e2d44797" /><Relationship Type="http://schemas.openxmlformats.org/officeDocument/2006/relationships/slideLayout" Target="/ppt/slideLayouts/slideLayout10.xml" Id="R95697ed722ce4c68" /><Relationship Type="http://schemas.openxmlformats.org/officeDocument/2006/relationships/slideLayout" Target="/ppt/slideLayouts/slideLayout11.xml" Id="R4deb43c113dc4d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9333D3-53B4-FC69-C20C-AAEF74750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C12A39-87A5-5975-5366-1017EA48D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893784-B44B-A3BA-6F2B-B4B5D07C83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C780A8-3F52-0E73-3FAF-8F5198503E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53AABF-2595-5575-14A7-121A475BEE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948194c304e25"/>
    <p:sldLayoutId xmlns:r="http://schemas.openxmlformats.org/officeDocument/2006/relationships" id="2147483650" r:id="Rf70e0f014758428f"/>
    <p:sldLayoutId xmlns:r="http://schemas.openxmlformats.org/officeDocument/2006/relationships" id="2147483651" r:id="R58aa3d7bc0e64685"/>
    <p:sldLayoutId xmlns:r="http://schemas.openxmlformats.org/officeDocument/2006/relationships" id="2147483652" r:id="Rdc353b7f8c4c46de"/>
    <p:sldLayoutId xmlns:r="http://schemas.openxmlformats.org/officeDocument/2006/relationships" id="2147483653" r:id="Rb5c25fa2f901440e"/>
    <p:sldLayoutId xmlns:r="http://schemas.openxmlformats.org/officeDocument/2006/relationships" id="2147483654" r:id="R4bebcd0669534da2"/>
    <p:sldLayoutId xmlns:r="http://schemas.openxmlformats.org/officeDocument/2006/relationships" id="2147483655" r:id="Rd7d962bcd68947f8"/>
    <p:sldLayoutId xmlns:r="http://schemas.openxmlformats.org/officeDocument/2006/relationships" id="2147483656" r:id="Rca2860de4ada446e"/>
    <p:sldLayoutId xmlns:r="http://schemas.openxmlformats.org/officeDocument/2006/relationships" id="2147483657" r:id="R2a2c7b33e2d44797"/>
    <p:sldLayoutId xmlns:r="http://schemas.openxmlformats.org/officeDocument/2006/relationships" id="2147483658" r:id="R95697ed722ce4c68"/>
    <p:sldLayoutId xmlns:r="http://schemas.openxmlformats.org/officeDocument/2006/relationships" id="2147483659" r:id="R4deb43c113dc4d5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9710fc2ec491a" /><Relationship Type="http://schemas.openxmlformats.org/officeDocument/2006/relationships/notesSlide" Target="/ppt/notesSlides/notesSlide1.xml" Id="R41309afe9dd8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e1e845ba041da" /><Relationship Type="http://schemas.openxmlformats.org/officeDocument/2006/relationships/image" Target="/ppt/media/image.png" Id="Rb9ce1ea01c6f4fb7" /><Relationship Type="http://schemas.openxmlformats.org/officeDocument/2006/relationships/notesSlide" Target="/ppt/notesSlides/notesSlide2.xml" Id="R99cbef5b9061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92eb3059ec46e4" /><Relationship Type="http://schemas.openxmlformats.org/officeDocument/2006/relationships/image" Target="/ppt/media/image2.png" Id="Re6cd739df7f34b46" /><Relationship Type="http://schemas.openxmlformats.org/officeDocument/2006/relationships/image" Target="/ppt/media/image3.png" Id="Rbec5b99580244cdd" /><Relationship Type="http://schemas.openxmlformats.org/officeDocument/2006/relationships/notesSlide" Target="/ppt/notesSlides/notesSlide3.xml" Id="Raf892391b78a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efb040d454bbb" /><Relationship Type="http://schemas.openxmlformats.org/officeDocument/2006/relationships/image" Target="/ppt/media/image4.png" Id="R5dac5b68c93f4055" /><Relationship Type="http://schemas.openxmlformats.org/officeDocument/2006/relationships/notesSlide" Target="/ppt/notesSlides/notesSlide4.xml" Id="R9cd6b0cf67fc48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1dc0138a8c4269" /><Relationship Type="http://schemas.openxmlformats.org/officeDocument/2006/relationships/image" Target="/ppt/media/image5.png" Id="Rf40216ce411f4c95" /><Relationship Type="http://schemas.openxmlformats.org/officeDocument/2006/relationships/notesSlide" Target="/ppt/notesSlides/notesSlide5.xml" Id="R686868344963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6f6dd5cfc40a1" /><Relationship Type="http://schemas.openxmlformats.org/officeDocument/2006/relationships/image" Target="/ppt/media/image6.png" Id="R2a22435890c44008" /><Relationship Type="http://schemas.openxmlformats.org/officeDocument/2006/relationships/notesSlide" Target="/ppt/notesSlides/notesSlide6.xml" Id="R9015928254ea4c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ea0344a764358" /><Relationship Type="http://schemas.openxmlformats.org/officeDocument/2006/relationships/image" Target="/ppt/media/image7.png" Id="Rc6abee8d13bf4c4a" /><Relationship Type="http://schemas.openxmlformats.org/officeDocument/2006/relationships/notesSlide" Target="/ppt/notesSlides/notesSlide7.xml" Id="R7e11eb6fa8c0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a7ff7005145e9" /><Relationship Type="http://schemas.openxmlformats.org/officeDocument/2006/relationships/image" Target="/ppt/media/image8.png" Id="Ref93d45428764638" /><Relationship Type="http://schemas.openxmlformats.org/officeDocument/2006/relationships/notesSlide" Target="/ppt/notesSlides/notesSlide8.xml" Id="R80b88a2c7a1e41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6ccd8e8a4c4cf7" /><Relationship Type="http://schemas.openxmlformats.org/officeDocument/2006/relationships/image" Target="/ppt/media/image9.png" Id="R027e63a07029464d" /><Relationship Type="http://schemas.openxmlformats.org/officeDocument/2006/relationships/notesSlide" Target="/ppt/notesSlides/notesSlide9.xml" Id="Re5338e3ae30b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8e561e9874cc9" /><Relationship Type="http://schemas.openxmlformats.org/officeDocument/2006/relationships/image" Target="/ppt/media/image10.png" Id="Rad6921261c1e4090" /><Relationship Type="http://schemas.openxmlformats.org/officeDocument/2006/relationships/notesSlide" Target="/ppt/notesSlides/notesSlide10.xml" Id="Rc803fe86309d41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20b92f6c644b1" /><Relationship Type="http://schemas.openxmlformats.org/officeDocument/2006/relationships/image" Target="/ppt/media/image11.png" Id="Rf3d94396f7054c34" /><Relationship Type="http://schemas.openxmlformats.org/officeDocument/2006/relationships/notesSlide" Target="/ppt/notesSlides/notesSlide11.xml" Id="Re87c099b91ec4b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965c656a664ba5" /><Relationship Type="http://schemas.openxmlformats.org/officeDocument/2006/relationships/image" Target="/ppt/media/image12.png" Id="R835d50c7ded84f0f" /><Relationship Type="http://schemas.openxmlformats.org/officeDocument/2006/relationships/notesSlide" Target="/ppt/notesSlides/notesSlide12.xml" Id="R952e8bde389944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E1D99-3831-03DF-52BB-E293833703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WLAN BA Graph — Quick Start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F1AC15-9F5C-C209-BDA8-78B925E6C6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Wireshark examples from ~/code/debug/WQCPC-13082 and ~/code/debug/PCIE-12186</a:t>
            </a:r>
          </a:p>
        </p:txBody>
      </p:sp>
    </p:spTree>
    <p:extLst>
      <p:ext uri="{BB962C8B-B14F-4D97-AF65-F5344CB8AC3E}">
        <p14:creationId xmlns:p14="http://schemas.microsoft.com/office/powerpoint/2010/main" val="42045887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A14C50-4C70-A86A-2507-59FF1C4AD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BA window first</a:t>
            </a:r>
          </a:p>
        </p:txBody>
      </p:sp>
      <p:pic>
        <p:nvPicPr>
          <p:cNvPr id="43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9ce1ea01c6f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825625"/>
            <a:ext cx="7723173" cy="4351338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1624C6-BF17-58D2-4C3C-45B2A0C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99" y="3701061"/>
            <a:ext cx="188641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BA starting sequence (SSN)</a:t>
            </a:r>
          </a:p>
        </p:txBody>
      </p:sp>
      <p:cxnSp>
        <p:nvCxnSpPr>
          <p:cNvPr id="45" name="Straight Arrow Connector 5"/>
          <p:cNvCxnSpPr/>
          <p:nvPr/>
        </p:nvCxnSpPr>
        <p:spPr>
          <a:xfrm xmlns:a="http://schemas.openxmlformats.org/drawingml/2006/main">
            <a:off x="1897529" y="4070393"/>
            <a:ext cx="1375061" cy="4864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46604-D67A-0901-92FE-0E21179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32" y="2671010"/>
            <a:ext cx="2212593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Green dots = bitmap set
(toggle below)</a:t>
            </a:r>
          </a:p>
        </p:txBody>
      </p:sp>
      <p:cxnSp>
        <p:nvCxnSpPr>
          <p:cNvPr id="47" name="Straight Arrow Connector 9"/>
          <p:cNvCxnSpPr/>
          <p:nvPr/>
        </p:nvCxnSpPr>
        <p:spPr>
          <a:xfrm xmlns:a="http://schemas.openxmlformats.org/drawingml/2006/main">
            <a:off x="2234413" y="3040342"/>
            <a:ext cx="1403867" cy="8453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BFF0E8-0F7D-2CA1-6CF2-F871C14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225" y="4993398"/>
            <a:ext cx="7184070" cy="360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58E79F-DD8B-E4C7-6D46-C61478D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31" y="4507149"/>
            <a:ext cx="2081463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Counts and timing for the visible plotting window</a:t>
            </a:r>
          </a:p>
        </p:txBody>
      </p:sp>
      <p:cxnSp>
        <p:nvCxnSpPr>
          <p:cNvPr id="50" name="Straight Arrow Connector 17"/>
          <p:cNvCxnSpPr/>
          <p:nvPr/>
        </p:nvCxnSpPr>
        <p:spPr>
          <a:xfrm xmlns:a="http://schemas.openxmlformats.org/drawingml/2006/main" flipV="1">
            <a:off x="1897529" y="5113713"/>
            <a:ext cx="555696" cy="36065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" name="Straight Arrow Connector 20"/>
          <p:cNvCxnSpPr/>
          <p:nvPr/>
        </p:nvCxnSpPr>
        <p:spPr>
          <a:xfrm xmlns:a="http://schemas.openxmlformats.org/drawingml/2006/main" flipH="1">
            <a:off x="7591926" y="1985211"/>
            <a:ext cx="2365660" cy="135956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FA80FA-1A82-FE5F-FF95-A81FEB03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89240"/>
            <a:ext cx="22669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Exclusive upper bound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2377456-A5D5-FF7C-C2A1-E4A23E0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70" y="3631962"/>
            <a:ext cx="221983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SSN (lower bound)</a:t>
            </a:r>
          </a:p>
        </p:txBody>
      </p:sp>
      <p:cxnSp>
        <p:nvCxnSpPr>
          <p:cNvPr id="54" name="Straight Arrow Connector 25"/>
          <p:cNvCxnSpPr>
            <a:st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410074" y="3816628"/>
            <a:ext cx="1421196" cy="22105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5824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C819CC-8D07-20DF-1AEE-FE4C317D8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all sessions—or follow one BA</a:t>
            </a:r>
          </a:p>
        </p:txBody>
      </p:sp>
      <p:pic>
        <p:nvPicPr>
          <p:cNvPr id="1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e6cd739df7f34b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00171" y="2030162"/>
            <a:ext cx="5209658" cy="3722521"/>
          </a:xfrm>
          <a:prstGeom xmlns:a="http://schemas.openxmlformats.org/drawingml/2006/main" prst="rect">
            <a:avLst/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5b99580244c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2529" y="2030162"/>
            <a:ext cx="4559300" cy="26924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134617-BE39-CAD4-1373-395900F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999" y="3897689"/>
            <a:ext cx="2422359" cy="373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B9A8D9-06BF-B021-53BE-D1042D33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84" y="6003757"/>
            <a:ext cx="345094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Right-click a BA, then choose Follow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704C34-C1B2-D213-34F0-F3B4D34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600" y="5099719"/>
            <a:ext cx="462722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Wireless → WLAN Block Ack Graph</a:t>
            </a:r>
          </a:p>
        </p:txBody>
      </p:sp>
    </p:spTree>
    <p:extLst>
      <p:ext uri="{BB962C8B-B14F-4D97-AF65-F5344CB8AC3E}">
        <p14:creationId xmlns:p14="http://schemas.microsoft.com/office/powerpoint/2010/main" val="10043885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totals span TIDs; lists sort by count</a:t>
            </a:r>
          </a:p>
        </p:txBody>
      </p:sp>
      <p:pic>
        <p:nvPicPr>
          <p:cNvPr id="8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5dac5b68c93f4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38200" y="1872349"/>
            <a:ext cx="10515600" cy="425789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9D950D-5E72-A7FB-2584-EAB5A6A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1" y="1872350"/>
            <a:ext cx="10515600" cy="439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CDF6FC-74AA-A0FA-9D9D-8CA0CE3E5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Zoom updates duration and counts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40216ce411f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38935" y="1859129"/>
            <a:ext cx="10314130" cy="41085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799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453525-EEFE-4787-0F06-5CB04E4DA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 window = [SSN, SSN + bitmap size)</a:t>
            </a:r>
          </a:p>
        </p:txBody>
      </p:sp>
      <p:pic>
        <p:nvPicPr>
          <p:cNvPr id="19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2a22435890c440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83460" y="1825625"/>
            <a:ext cx="10425080" cy="4351338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0133B-93BC-B878-2E46-CB10E6D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1369"/>
            <a:ext cx="304230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Bits explicitly set in the BA</a:t>
            </a:r>
          </a:p>
        </p:txBody>
      </p:sp>
      <p:cxnSp>
        <p:nvCxnSpPr>
          <p:cNvPr id="21" name="Straight Arrow Connector 6"/>
          <p:cNvCxnSpPr/>
          <p:nvPr/>
        </p:nvCxnSpPr>
        <p:spPr>
          <a:xfrm xmlns:a="http://schemas.openxmlformats.org/drawingml/2006/main">
            <a:off x="3212432" y="4700701"/>
            <a:ext cx="397042" cy="37662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ACDE18-10EA-190C-FC8B-3DF7321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835" y="6357449"/>
            <a:ext cx="166359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BA point and starting SSN</a:t>
            </a:r>
          </a:p>
        </p:txBody>
      </p:sp>
      <p:cxnSp>
        <p:nvCxnSpPr>
          <p:cNvPr id="23" name="Straight Arrow Connector 8"/>
          <p:cNvCxnSpPr/>
          <p:nvPr/>
        </p:nvCxnSpPr>
        <p:spPr>
          <a:xfrm xmlns:a="http://schemas.openxmlformats.org/drawingml/2006/main" flipV="1">
            <a:off x="3031958" y="5446658"/>
            <a:ext cx="577516" cy="91079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3240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A6CA3-BF68-355B-0D6D-8E9F72F54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SSN labels identify each BA start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c6abee8d13bf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41908" y="1777498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371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74AB5A-3605-54ED-3333-A5FADC6B9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 time deltas expose update spacing</a:t>
            </a:r>
          </a:p>
        </p:txBody>
      </p:sp>
      <p:pic>
        <p:nvPicPr>
          <p:cNvPr id="5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ef93d454287646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05813" y="2141537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663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728CE-FAE0-B968-CCBE-EFFC7020F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ACK gaps appear when SSN advances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925DE0-66B8-6218-C8D0-E20DF17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801" y="6127234"/>
            <a:ext cx="472039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 later BA SSN passed these sequences without an observed ACK</a:t>
            </a:r>
          </a:p>
        </p:txBody>
      </p:sp>
      <p:pic>
        <p:nvPicPr>
          <p:cNvPr id="16" name="Content Placeholder 10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027e63a0702946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825625"/>
            <a:ext cx="7723173" cy="4351338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B5D3092-920B-8D43-CE90-0F4A024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368" y="3230206"/>
            <a:ext cx="233300" cy="96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6159452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E1240-9853-4BF1-02A6-0C269236D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Gold diamonds mark reverse MPDUs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ad6921261c1e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945941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53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1F05C5-4E7B-3B4C-B784-C302F7651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Green vs red crosses: prior-set or unseen</a:t>
            </a:r>
          </a:p>
        </p:txBody>
      </p:sp>
      <p:pic>
        <p:nvPicPr>
          <p:cNvPr id="12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3d94396f7054c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7F5E282-204E-40C2-B0AC-AE62A99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458" y="3291173"/>
            <a:ext cx="124675" cy="238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D65263-7A55-C7B3-7A08-A518AF0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519" y="3230309"/>
            <a:ext cx="314522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Green: prior set in agreement; zero now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E7A6A3-9447-F1EC-F5A0-9DD9559D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59440" y="3673793"/>
            <a:ext cx="182880" cy="16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1A646E-6779-99B7-551B-2530F8B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079" y="3685604"/>
            <a:ext cx="29737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Red: zero now</a:t>
            </a:r>
          </a:p>
          <a:p xmlns:a="http://schemas.openxmlformats.org/drawingml/2006/main">
            <a:r>
              <a:t>No prior set in agreement</a:t>
            </a:r>
          </a:p>
        </p:txBody>
      </p:sp>
    </p:spTree>
    <p:extLst>
      <p:ext uri="{BB962C8B-B14F-4D97-AF65-F5344CB8AC3E}">
        <p14:creationId xmlns:p14="http://schemas.microsoft.com/office/powerpoint/2010/main" val="4398947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F9CD0-A9BA-9842-E34A-D7823799E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a span endpoint for lifetime details</a:t>
            </a:r>
          </a:p>
        </p:txBody>
      </p:sp>
      <p:pic>
        <p:nvPicPr>
          <p:cNvPr id="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835d50c7ded8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825625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842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2026-07-23T12:26:29.9720000Z</dcterms:created>
  <dcterms:modified xsi:type="dcterms:W3CDTF">2026-07-23T12:26:29.9720000Z</dcterms:modified>
</coreProperties>
</file>