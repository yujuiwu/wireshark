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9a1321913b4a83" /><Relationship Type="http://schemas.openxmlformats.org/officeDocument/2006/relationships/extended-properties" Target="/docProps/app.xml" Id="R8c352aacaf944723" /><Relationship Type="http://schemas.openxmlformats.org/officeDocument/2006/relationships/officeDocument" Target="/ppt/presentation.xml" Id="R63235512dbda40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30b3292ca4827"/>
  </p:sldMasterIdLst>
  <p:notesMasterIdLst>
    <p:notesMasterId xmlns:r="http://schemas.openxmlformats.org/officeDocument/2006/relationships" r:id="R558aeff7f17443e7"/>
  </p:notesMasterIdLst>
  <p:sldIdLst>
    <p:sldId xmlns:r="http://schemas.openxmlformats.org/officeDocument/2006/relationships" id="256" r:id="R63fa5d19ca0c44b2"/>
    <p:sldId xmlns:r="http://schemas.openxmlformats.org/officeDocument/2006/relationships" id="257" r:id="R6305e9d59a7a4587"/>
    <p:sldId xmlns:r="http://schemas.openxmlformats.org/officeDocument/2006/relationships" id="258" r:id="R60eb73902f3b4687"/>
    <p:sldId xmlns:r="http://schemas.openxmlformats.org/officeDocument/2006/relationships" id="259" r:id="R5e589e86d39647ed"/>
    <p:sldId xmlns:r="http://schemas.openxmlformats.org/officeDocument/2006/relationships" id="260" r:id="R8a5f86e403994a70"/>
    <p:sldId xmlns:r="http://schemas.openxmlformats.org/officeDocument/2006/relationships" id="261" r:id="Rcf5d49826cbe418e"/>
    <p:sldId xmlns:r="http://schemas.openxmlformats.org/officeDocument/2006/relationships" id="262" r:id="R329a49c6d57442f8"/>
    <p:sldId xmlns:r="http://schemas.openxmlformats.org/officeDocument/2006/relationships" id="263" r:id="R980972d12d324d71"/>
    <p:sldId xmlns:r="http://schemas.openxmlformats.org/officeDocument/2006/relationships" id="264" r:id="Rd3c61f2f5efe49ee"/>
    <p:sldId xmlns:r="http://schemas.openxmlformats.org/officeDocument/2006/relationships" id="265" r:id="R9ea2ee0659024fa2"/>
    <p:sldId xmlns:r="http://schemas.openxmlformats.org/officeDocument/2006/relationships" id="266" r:id="Rba8991e64bdd4353"/>
    <p:sldId xmlns:r="http://schemas.openxmlformats.org/officeDocument/2006/relationships" id="267" r:id="R257f4e9ad69f4c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0569b0a9884329" /><Relationship Type="http://schemas.openxmlformats.org/officeDocument/2006/relationships/slideMaster" Target="/ppt/slideMasters/slideMaster1.xml" Id="Rb4330b3292ca4827" /><Relationship Type="http://schemas.openxmlformats.org/officeDocument/2006/relationships/notesMaster" Target="/ppt/notesMasters/notesMaster1.xml" Id="R558aeff7f17443e7" /><Relationship Type="http://schemas.openxmlformats.org/officeDocument/2006/relationships/presProps" Target="/ppt/presProps.xml" Id="R57b3da7b645d4e97" /><Relationship Type="http://schemas.openxmlformats.org/officeDocument/2006/relationships/viewProps" Target="/ppt/viewProps.xml" Id="R9bc394c30da246c9" /><Relationship Type="http://schemas.openxmlformats.org/officeDocument/2006/relationships/tableStyles" Target="/ppt/tableStyles.xml" Id="Rc1acbead25c6460e" /><Relationship Type="http://schemas.openxmlformats.org/officeDocument/2006/relationships/slide" Target="/ppt/slides/slide1.xml" Id="R63fa5d19ca0c44b2" /><Relationship Type="http://schemas.openxmlformats.org/officeDocument/2006/relationships/slide" Target="/ppt/slides/slide2.xml" Id="R6305e9d59a7a4587" /><Relationship Type="http://schemas.openxmlformats.org/officeDocument/2006/relationships/slide" Target="/ppt/slides/slide3.xml" Id="R60eb73902f3b4687" /><Relationship Type="http://schemas.openxmlformats.org/officeDocument/2006/relationships/slide" Target="/ppt/slides/slide4.xml" Id="R5e589e86d39647ed" /><Relationship Type="http://schemas.openxmlformats.org/officeDocument/2006/relationships/slide" Target="/ppt/slides/slide5.xml" Id="R8a5f86e403994a70" /><Relationship Type="http://schemas.openxmlformats.org/officeDocument/2006/relationships/slide" Target="/ppt/slides/slide6.xml" Id="Rcf5d49826cbe418e" /><Relationship Type="http://schemas.openxmlformats.org/officeDocument/2006/relationships/slide" Target="/ppt/slides/slide7.xml" Id="R329a49c6d57442f8" /><Relationship Type="http://schemas.openxmlformats.org/officeDocument/2006/relationships/slide" Target="/ppt/slides/slide8.xml" Id="R980972d12d324d71" /><Relationship Type="http://schemas.openxmlformats.org/officeDocument/2006/relationships/slide" Target="/ppt/slides/slide9.xml" Id="Rd3c61f2f5efe49ee" /><Relationship Type="http://schemas.openxmlformats.org/officeDocument/2006/relationships/slide" Target="/ppt/slides/slide10.xml" Id="R9ea2ee0659024fa2" /><Relationship Type="http://schemas.openxmlformats.org/officeDocument/2006/relationships/slide" Target="/ppt/slides/slide11.xml" Id="Rba8991e64bdd4353" /><Relationship Type="http://schemas.openxmlformats.org/officeDocument/2006/relationships/slide" Target="/ppt/slides/slide12.xml" Id="R257f4e9ad69f4c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5f65d9fa1a49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667bbc2724f91" /><Relationship Type="http://schemas.openxmlformats.org/officeDocument/2006/relationships/notesMaster" Target="/ppt/notesMasters/notesMaster1.xml" Id="Rc8c0ad4b0d3647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3ca2f0a904419" /><Relationship Type="http://schemas.openxmlformats.org/officeDocument/2006/relationships/notesMaster" Target="/ppt/notesMasters/notesMaster1.xml" Id="Rcbf4a88b34bb41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c528d99f8f46b8" /><Relationship Type="http://schemas.openxmlformats.org/officeDocument/2006/relationships/notesMaster" Target="/ppt/notesMasters/notesMaster1.xml" Id="Rf3e1d6065f3a48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e4b43c1c4e4930" /><Relationship Type="http://schemas.openxmlformats.org/officeDocument/2006/relationships/notesMaster" Target="/ppt/notesMasters/notesMaster1.xml" Id="Ra121e2c608ac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9ba0816404df7" /><Relationship Type="http://schemas.openxmlformats.org/officeDocument/2006/relationships/notesMaster" Target="/ppt/notesMasters/notesMaster1.xml" Id="Rd21e088dfa2e4f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ec56226fef4eaa" /><Relationship Type="http://schemas.openxmlformats.org/officeDocument/2006/relationships/notesMaster" Target="/ppt/notesMasters/notesMaster1.xml" Id="Ra430e0e4189a45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06ea67775841b5" /><Relationship Type="http://schemas.openxmlformats.org/officeDocument/2006/relationships/notesMaster" Target="/ppt/notesMasters/notesMaster1.xml" Id="Racee0a06db774f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e7fb249db74dcc" /><Relationship Type="http://schemas.openxmlformats.org/officeDocument/2006/relationships/notesMaster" Target="/ppt/notesMasters/notesMaster1.xml" Id="R9650996496c249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a2de090a274d30" /><Relationship Type="http://schemas.openxmlformats.org/officeDocument/2006/relationships/notesMaster" Target="/ppt/notesMasters/notesMaster1.xml" Id="R0e3f98e694e84a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269a4cddee4d0b" /><Relationship Type="http://schemas.openxmlformats.org/officeDocument/2006/relationships/notesMaster" Target="/ppt/notesMasters/notesMaster1.xml" Id="R5020bb2713254c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e7a9b8a831462b" /><Relationship Type="http://schemas.openxmlformats.org/officeDocument/2006/relationships/notesMaster" Target="/ppt/notesMasters/notesMaster1.xml" Id="Rc83b7a0ecc6f43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75acc8f1294c9f" /><Relationship Type="http://schemas.openxmlformats.org/officeDocument/2006/relationships/notesMaster" Target="/ppt/notesMasters/notesMaster1.xml" Id="R5f77feefee44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e59fed21441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b161f38134c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f27ed449346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4795d941745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bdae21a7847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0168fff6944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c1e843daf4d6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e2d314a8f4c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2ecc913ef48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b47c4517a406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836668e57407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04A43B-06EB-E147-3E9F-AC64F3E5731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7B8D00A-8795-6B73-F145-D0AB591004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4881A-2D66-2CBB-8F4C-2AB01E6D97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6DF878-5CDE-2CEE-021A-B5BB3AD3B1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29FA90-A3C0-8FA5-106E-FDFE06CB18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66257C-895A-13EB-4F71-7E74B42FD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B6A67C-3EC5-4E69-AF0C-C318AB0EE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1145AE-3D66-590B-099D-7DEEF01AD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7577BF-AAE6-26B1-C8B0-9F7330EDC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B34A99-2181-E90C-808E-B808F13BB9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5CF3A5-2A46-DC0B-6156-FA6A27051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F81AE7-E3C1-5BFE-7961-1AA70219C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48805A-6146-15D7-266C-CC8CB6C20D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8E1553-DD84-9A1A-691B-CBE675651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0F4586-96C0-7C65-7DD9-F189CBEEF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D991E2-9CFD-C91B-B993-A2632E60D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22E94B-A940-A713-83EC-2E250A2FFE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319F94-E266-953A-EDDD-553A7022F0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03C45B-DBDE-856F-27EF-C6C4EF0E6F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A699EC-F2A9-E3DE-38C1-363703735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00F9E5-C4AA-99DB-8AE0-2FC78E58EE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7524A-611D-0B90-A81C-E2128B245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464865-A6A1-ADDD-28B2-28BA1A64BF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F37249-F080-4C08-794D-CAB68DAAE2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F519696-777D-801C-A8AC-A7D2DDF2FC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E393CE-9C73-E1C4-4247-765EAD07C5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D353CD-6633-6273-3843-00A5F16B6C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D628DDC-3B69-32C5-B992-99BD47F12F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96D54ED-3C18-B74B-EBD2-32020478B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A17290-9D07-E903-967D-6CC64875C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0DE8212-0872-C69E-2CEA-E6351E9E0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F246048-DFF1-C703-B17B-F7E0041695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B72113A-794B-93AE-E9D7-5EE091358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4B7CAD5-7194-37B5-7619-7B6CC8BAE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21EF715-FC81-FBA5-46F3-CC1BF737DB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CB57B1-7F28-A4B4-1D87-101506457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20AFE-235A-A560-6ED3-3FED4915C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1D1ABF-1FD8-D9D9-B2C4-60F0684EA3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4AA6F97-0367-A574-D49D-8DF317F5E1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9BF40A-4A20-6106-A059-D7FD7AA08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AE37F16-1BFF-0BAF-FEC7-58D07B824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57D127-FACB-FE8B-6C64-76F9625C7D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CFCF1C-568B-1677-200A-15E1DC23D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CEBFC80-1C5C-1AD6-A722-B58F926F9F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6A0E90-DDAA-2FED-E592-48E3F1B4C3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559AC7-1BDB-C4F3-52BF-FF8E1E9D9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9E3AD7-9A3F-F679-C963-5BA5DAF7D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52375D-1E9A-0758-B451-606257ED8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A4B3B8-8A6D-6DBD-5A34-7CA314C90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A475A7-D0BE-C81E-B9E9-BFC64BE306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A27235-1836-21D6-0C0E-10FD6CBCDE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187058-808B-F2DD-5C3F-D5E972593F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E39BDB-605B-06B7-1ED1-2E162F804F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6D39A07-74D1-8C39-8C8A-754EDEF2D9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A897A0-8011-52A0-4E54-11555AB53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B80987-F50A-58F4-E116-9348C43FE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D5B1C7-FAFD-4846-B92B-135AA6210A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A7CB-67CF-F66F-F672-F1D7EF743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895826ee72491b" /><Relationship Type="http://schemas.openxmlformats.org/officeDocument/2006/relationships/slideLayout" Target="/ppt/slideLayouts/slideLayout1.xml" Id="R40b53782358140f6" /><Relationship Type="http://schemas.openxmlformats.org/officeDocument/2006/relationships/slideLayout" Target="/ppt/slideLayouts/slideLayout2.xml" Id="R02238f9da30b48be" /><Relationship Type="http://schemas.openxmlformats.org/officeDocument/2006/relationships/slideLayout" Target="/ppt/slideLayouts/slideLayout3.xml" Id="R9126cf291f3b41f3" /><Relationship Type="http://schemas.openxmlformats.org/officeDocument/2006/relationships/slideLayout" Target="/ppt/slideLayouts/slideLayout4.xml" Id="R6bec670ed9c844f7" /><Relationship Type="http://schemas.openxmlformats.org/officeDocument/2006/relationships/slideLayout" Target="/ppt/slideLayouts/slideLayout5.xml" Id="Rc844c52b72234d02" /><Relationship Type="http://schemas.openxmlformats.org/officeDocument/2006/relationships/slideLayout" Target="/ppt/slideLayouts/slideLayout6.xml" Id="R11263385a05b42e4" /><Relationship Type="http://schemas.openxmlformats.org/officeDocument/2006/relationships/slideLayout" Target="/ppt/slideLayouts/slideLayout7.xml" Id="Re361b26f1cdf474a" /><Relationship Type="http://schemas.openxmlformats.org/officeDocument/2006/relationships/slideLayout" Target="/ppt/slideLayouts/slideLayout8.xml" Id="Rf02a9ef542a34a62" /><Relationship Type="http://schemas.openxmlformats.org/officeDocument/2006/relationships/slideLayout" Target="/ppt/slideLayouts/slideLayout9.xml" Id="R7a06588aafa64676" /><Relationship Type="http://schemas.openxmlformats.org/officeDocument/2006/relationships/slideLayout" Target="/ppt/slideLayouts/slideLayout10.xml" Id="Rc164825769a24220" /><Relationship Type="http://schemas.openxmlformats.org/officeDocument/2006/relationships/slideLayout" Target="/ppt/slideLayouts/slideLayout11.xml" Id="R9f7a9e689e0c4f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9333D3-53B4-FC69-C20C-AAEF74750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C12A39-87A5-5975-5366-1017EA48D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893784-B44B-A3BA-6F2B-B4B5D07C83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E5F5D3F-F256-5345-84FA-D61607B3A26D}" type="datetimeFigureOut">
              <a:t>2026/7/23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C780A8-3F52-0E73-3FAF-8F5198503E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53AABF-2595-5575-14A7-121A475BEE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B6453BF-229B-1744-82AE-81C32B5D933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b53782358140f6"/>
    <p:sldLayoutId xmlns:r="http://schemas.openxmlformats.org/officeDocument/2006/relationships" id="2147483650" r:id="R02238f9da30b48be"/>
    <p:sldLayoutId xmlns:r="http://schemas.openxmlformats.org/officeDocument/2006/relationships" id="2147483651" r:id="R9126cf291f3b41f3"/>
    <p:sldLayoutId xmlns:r="http://schemas.openxmlformats.org/officeDocument/2006/relationships" id="2147483652" r:id="R6bec670ed9c844f7"/>
    <p:sldLayoutId xmlns:r="http://schemas.openxmlformats.org/officeDocument/2006/relationships" id="2147483653" r:id="Rc844c52b72234d02"/>
    <p:sldLayoutId xmlns:r="http://schemas.openxmlformats.org/officeDocument/2006/relationships" id="2147483654" r:id="R11263385a05b42e4"/>
    <p:sldLayoutId xmlns:r="http://schemas.openxmlformats.org/officeDocument/2006/relationships" id="2147483655" r:id="Re361b26f1cdf474a"/>
    <p:sldLayoutId xmlns:r="http://schemas.openxmlformats.org/officeDocument/2006/relationships" id="2147483656" r:id="Rf02a9ef542a34a62"/>
    <p:sldLayoutId xmlns:r="http://schemas.openxmlformats.org/officeDocument/2006/relationships" id="2147483657" r:id="R7a06588aafa64676"/>
    <p:sldLayoutId xmlns:r="http://schemas.openxmlformats.org/officeDocument/2006/relationships" id="2147483658" r:id="Rc164825769a24220"/>
    <p:sldLayoutId xmlns:r="http://schemas.openxmlformats.org/officeDocument/2006/relationships" id="2147483659" r:id="R9f7a9e689e0c4fd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32c25f8e7489f" /><Relationship Type="http://schemas.openxmlformats.org/officeDocument/2006/relationships/notesSlide" Target="/ppt/notesSlides/notesSlide1.xml" Id="R44cfdab14ab845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6327660184779" /><Relationship Type="http://schemas.openxmlformats.org/officeDocument/2006/relationships/image" Target="/ppt/media/image.png" Id="R7dd1cb04f2444fd1" /><Relationship Type="http://schemas.openxmlformats.org/officeDocument/2006/relationships/notesSlide" Target="/ppt/notesSlides/notesSlide2.xml" Id="R9d2d8e9c2d9645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6dcf863c6348e6" /><Relationship Type="http://schemas.openxmlformats.org/officeDocument/2006/relationships/image" Target="/ppt/media/image2.png" Id="R1792aabea0d143e0" /><Relationship Type="http://schemas.openxmlformats.org/officeDocument/2006/relationships/image" Target="/ppt/media/image3.png" Id="Ra4bd96a9008c4b13" /><Relationship Type="http://schemas.openxmlformats.org/officeDocument/2006/relationships/notesSlide" Target="/ppt/notesSlides/notesSlide3.xml" Id="Ra898f8d656494e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54357f77ce45c4" /><Relationship Type="http://schemas.openxmlformats.org/officeDocument/2006/relationships/image" Target="/ppt/media/image4.png" Id="Rfc646345d6ae48e0" /><Relationship Type="http://schemas.openxmlformats.org/officeDocument/2006/relationships/notesSlide" Target="/ppt/notesSlides/notesSlide4.xml" Id="Rddf8522fd9504b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5c438abeca48ca" /><Relationship Type="http://schemas.openxmlformats.org/officeDocument/2006/relationships/image" Target="/ppt/media/image5.png" Id="R8628a82b5658451b" /><Relationship Type="http://schemas.openxmlformats.org/officeDocument/2006/relationships/notesSlide" Target="/ppt/notesSlides/notesSlide5.xml" Id="R71535c2c010048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e25339094141d8" /><Relationship Type="http://schemas.openxmlformats.org/officeDocument/2006/relationships/image" Target="/ppt/media/image6.png" Id="R2fda50e97c844775" /><Relationship Type="http://schemas.openxmlformats.org/officeDocument/2006/relationships/notesSlide" Target="/ppt/notesSlides/notesSlide6.xml" Id="Re22c16dae59e46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dd89cb3e7401f" /><Relationship Type="http://schemas.openxmlformats.org/officeDocument/2006/relationships/image" Target="/ppt/media/image7.png" Id="Rcd759067cf8f4043" /><Relationship Type="http://schemas.openxmlformats.org/officeDocument/2006/relationships/notesSlide" Target="/ppt/notesSlides/notesSlide7.xml" Id="R70abf76dccf6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a0ff99a4b439b" /><Relationship Type="http://schemas.openxmlformats.org/officeDocument/2006/relationships/image" Target="/ppt/media/image8.png" Id="Re8e35efd3bd84afc" /><Relationship Type="http://schemas.openxmlformats.org/officeDocument/2006/relationships/notesSlide" Target="/ppt/notesSlides/notesSlide8.xml" Id="R0d328ebe1f8941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b7f2ef88cc4e9d" /><Relationship Type="http://schemas.openxmlformats.org/officeDocument/2006/relationships/image" Target="/ppt/media/image9.png" Id="R43b411eded364869" /><Relationship Type="http://schemas.openxmlformats.org/officeDocument/2006/relationships/notesSlide" Target="/ppt/notesSlides/notesSlide9.xml" Id="R3b360bd5cf2646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534d88560a4b45" /><Relationship Type="http://schemas.openxmlformats.org/officeDocument/2006/relationships/image" Target="/ppt/media/image10.png" Id="Rfcd7562a8f664171" /><Relationship Type="http://schemas.openxmlformats.org/officeDocument/2006/relationships/notesSlide" Target="/ppt/notesSlides/notesSlide10.xml" Id="Rcfbef1b7a0b341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6f196932641b7" /><Relationship Type="http://schemas.openxmlformats.org/officeDocument/2006/relationships/image" Target="/ppt/media/image11.png" Id="R78b3b2fc0d734fcf" /><Relationship Type="http://schemas.openxmlformats.org/officeDocument/2006/relationships/notesSlide" Target="/ppt/notesSlides/notesSlide11.xml" Id="Rdbe6fca85bcf4d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bf51da0ec429e" /><Relationship Type="http://schemas.openxmlformats.org/officeDocument/2006/relationships/image" Target="/ppt/media/image12.png" Id="R2867763ba6574f3d" /><Relationship Type="http://schemas.openxmlformats.org/officeDocument/2006/relationships/notesSlide" Target="/ppt/notesSlides/notesSlide12.xml" Id="R9937a95a5d89439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421"/>
            </a:gs>
            <a:gs pos="68000">
              <a:srgbClr val="102A43"/>
            </a:gs>
            <a:gs pos="100000">
              <a:srgbClr val="134E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E1D99-3831-03DF-52BB-E2938337030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62000" y="1809750"/>
            <a:ext cx="9525000" cy="1809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WLAN Block Ack Graph
Quick Start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F1AC15-9F5C-C209-BDA8-78B925E6C6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00100" y="3905250"/>
            <a:ext cx="93345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5A7E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45A7E5"/>
                </a:solidFill>
                <a:latin typeface="Avenir Next"/>
                <a:ea typeface="Avenir Next"/>
                <a:cs typeface="Avenir Next"/>
              </a:rPr>
              <a:t>Real captures  •  WQCPC-13082 / PCIE-12186</a:t>
            </a:r>
          </a:p>
        </p:txBody>
      </p:sp>
    </p:spTree>
    <p:extLst>
      <p:ext uri="{BB962C8B-B14F-4D97-AF65-F5344CB8AC3E}">
        <p14:creationId xmlns:p14="http://schemas.microsoft.com/office/powerpoint/2010/main" val="420458873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A14C50-4C70-A86A-2507-59FF1C4AD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Read the BA window first</a:t>
            </a:r>
          </a:p>
        </p:txBody>
      </p:sp>
      <p:pic>
        <p:nvPicPr>
          <p:cNvPr id="71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7dd1cb04f244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962150" y="1181100"/>
            <a:ext cx="8458200" cy="4762500"/>
          </a:xfrm>
          <a:prstGeom xmlns:a="http://schemas.openxmlformats.org/drawingml/2006/main" prst="roundRect">
            <a:avLst>
              <a:gd name="adj" fmla="val 2800"/>
            </a:avLst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1624C6-BF17-58D2-4C3C-45B2A0C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81375"/>
            <a:ext cx="1809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76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BA starting sequence (SSN)</a:t>
            </a:r>
          </a:p>
        </p:txBody>
      </p:sp>
      <p:cxnSp>
        <p:nvCxnSpPr>
          <p:cNvPr id="73" name="Straight Arrow Connector 5"/>
          <p:cNvCxnSpPr/>
          <p:nvPr/>
        </p:nvCxnSpPr>
        <p:spPr>
          <a:xfrm xmlns:a="http://schemas.openxmlformats.org/drawingml/2006/main">
            <a:off x="1593204" y="3637978"/>
            <a:ext cx="1505928" cy="5324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E46604-D67A-0901-92FE-0E211799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38375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73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Green dots = bitmap set
(toggle below)</a:t>
            </a:r>
          </a:p>
        </p:txBody>
      </p:sp>
      <p:cxnSp>
        <p:nvCxnSpPr>
          <p:cNvPr id="75" name="Straight Arrow Connector 9"/>
          <p:cNvCxnSpPr/>
          <p:nvPr/>
        </p:nvCxnSpPr>
        <p:spPr>
          <a:xfrm xmlns:a="http://schemas.openxmlformats.org/drawingml/2006/main">
            <a:off x="1962150" y="2510597"/>
            <a:ext cx="1537475" cy="925266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BFF0E8-0F7D-2CA1-6CF2-F871C14D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787" y="4648199"/>
            <a:ext cx="7867790" cy="394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878B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58E79F-DD8B-E4C7-6D46-C61478D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8200"/>
            <a:ext cx="1809750" cy="118872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Counts and timing for the visible plotting window</a:t>
            </a:r>
          </a:p>
        </p:txBody>
      </p:sp>
      <p:cxnSp>
        <p:nvCxnSpPr>
          <p:cNvPr id="78" name="Straight Arrow Connector 17"/>
          <p:cNvCxnSpPr/>
          <p:nvPr/>
        </p:nvCxnSpPr>
        <p:spPr>
          <a:xfrm xmlns:a="http://schemas.openxmlformats.org/drawingml/2006/main" flipV="1">
            <a:off x="1593204" y="4779883"/>
            <a:ext cx="608582" cy="394734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9" name="Straight Arrow Connector 20"/>
          <p:cNvCxnSpPr/>
          <p:nvPr/>
        </p:nvCxnSpPr>
        <p:spPr>
          <a:xfrm xmlns:a="http://schemas.openxmlformats.org/drawingml/2006/main" flipH="1">
            <a:off x="7829546" y="1355765"/>
            <a:ext cx="2590804" cy="14880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FA80FA-1A82-FE5F-FF95-A81FEB03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295400"/>
            <a:ext cx="1828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76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Exclusive upper bound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2377456-A5D5-FF7C-C2A1-E4A23E0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33750"/>
            <a:ext cx="1828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82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SSN (lower bound)</a:t>
            </a:r>
          </a:p>
        </p:txBody>
      </p:sp>
      <p:cxnSp>
        <p:nvCxnSpPr>
          <p:cNvPr id="82" name="Straight Arrow Connector 25"/>
          <p:cNvCxnSpPr>
            <a:st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8725559" y="3360235"/>
            <a:ext cx="1556454" cy="2419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58248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C819CC-8D07-20DF-1AEE-FE4C317D87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Open all sessions—or follow one BA</a:t>
            </a:r>
          </a:p>
        </p:txBody>
      </p:sp>
      <p:pic>
        <p:nvPicPr>
          <p:cNvPr id="1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1792aabea0d143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381125"/>
            <a:ext cx="5219700" cy="37338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d96a9008c4b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381125"/>
            <a:ext cx="5219700" cy="37338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134617-BE39-CAD4-1373-395900F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561" y="3970997"/>
            <a:ext cx="2773230" cy="51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878B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B9A8D9-06BF-B021-53BE-D1042D33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52197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1  Follow a selected BA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1704C34-C1B2-D213-34F0-F3B4D34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48300"/>
            <a:ext cx="52197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2  Open the full BA graph</a:t>
            </a:r>
          </a:p>
        </p:txBody>
      </p:sp>
    </p:spTree>
    <p:extLst>
      <p:ext uri="{BB962C8B-B14F-4D97-AF65-F5344CB8AC3E}">
        <p14:creationId xmlns:p14="http://schemas.microsoft.com/office/powerpoint/2010/main" val="100438854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77FA4-1F37-2CEC-2F5B-E998286BA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Pair totals span TIDs; lists sort by count</a:t>
            </a:r>
          </a:p>
        </p:txBody>
      </p:sp>
      <p:pic>
        <p:nvPicPr>
          <p:cNvPr id="8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c646345d6ae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257300"/>
            <a:ext cx="10972800" cy="4438650"/>
          </a:xfrm>
          <a:prstGeom xmlns:a="http://schemas.openxmlformats.org/drawingml/2006/main" prst="roundRect">
            <a:avLst>
              <a:gd name="adj" fmla="val 3004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09D950D-5E72-A7FB-2584-EAB5A6A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1" y="1257301"/>
            <a:ext cx="10972800" cy="458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878B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9901532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CDF6FC-74AA-A0FA-9D9D-8CA0CE3E5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71450"/>
            <a:ext cx="10972800" cy="102870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4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Zoom updates duration and BA count</a:t>
            </a:r>
          </a:p>
          <a:p xmlns:a="http://schemas.openxmlformats.org/drawingml/2006/main">
            <a:pPr algn="l">
              <a:spcBef>
                <a:spcPts val="0"/>
              </a:spcBef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700" b="1">
                <a:solidFill>
                  <a:srgbClr val="2878B8"/>
                </a:solidFill>
                <a:latin typeface="Avenir Next"/>
                <a:ea typeface="Avenir Next"/>
                <a:cs typeface="Avenir Next"/>
              </a:rPr>
              <a:t>74.579 s / 1961 BA  →  1.012 s / 42 BA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8628a82b565845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390650"/>
            <a:ext cx="10972800" cy="4371975"/>
          </a:xfrm>
          <a:prstGeom xmlns:a="http://schemas.openxmlformats.org/drawingml/2006/main" prst="roundRect">
            <a:avLst>
              <a:gd name="adj" fmla="val 3050"/>
            </a:avLst>
          </a:prstGeom>
        </p:spPr>
      </p:pic>
    </p:spTree>
    <p:extLst>
      <p:ext uri="{BB962C8B-B14F-4D97-AF65-F5344CB8AC3E}">
        <p14:creationId xmlns:p14="http://schemas.microsoft.com/office/powerpoint/2010/main" val="3321979934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453525-EEFE-4787-0F06-5CB04E4DA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BA window = [SSN, SSN + bitmap size)</a:t>
            </a:r>
          </a:p>
        </p:txBody>
      </p:sp>
      <p:pic>
        <p:nvPicPr>
          <p:cNvPr id="33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2fda50e97c8447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276350"/>
            <a:ext cx="10972800" cy="4581525"/>
          </a:xfrm>
          <a:prstGeom xmlns:a="http://schemas.openxmlformats.org/drawingml/2006/main" prst="roundRect">
            <a:avLst>
              <a:gd name="adj" fmla="val 2911"/>
            </a:avLst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50133B-93BC-B878-2E46-CB10E6DA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86" y="3914649"/>
            <a:ext cx="3202147" cy="400341"/>
          </a:xfrm>
          <a:prstGeom xmlns:a="http://schemas.openxmlformats.org/drawingml/2006/main" prst="roundRect">
            <a:avLst>
              <a:gd name="adj" fmla="val 2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Bits explicitly set in the BA</a:t>
            </a:r>
          </a:p>
        </p:txBody>
      </p:sp>
      <p:cxnSp>
        <p:nvCxnSpPr>
          <p:cNvPr id="35" name="Straight Arrow Connector 6"/>
          <p:cNvCxnSpPr/>
          <p:nvPr/>
        </p:nvCxnSpPr>
        <p:spPr>
          <a:xfrm xmlns:a="http://schemas.openxmlformats.org/drawingml/2006/main">
            <a:off x="3060933" y="4303518"/>
            <a:ext cx="417902" cy="396549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ACDE18-10EA-190C-FC8B-3DF7321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33" y="6047909"/>
            <a:ext cx="1751000" cy="400341"/>
          </a:xfrm>
          <a:prstGeom xmlns:a="http://schemas.openxmlformats.org/drawingml/2006/main" prst="roundRect">
            <a:avLst>
              <a:gd name="adj" fmla="val 2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87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571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BA point and starting SSN</a:t>
            </a:r>
          </a:p>
        </p:txBody>
      </p:sp>
      <p:cxnSp>
        <p:nvCxnSpPr>
          <p:cNvPr id="37" name="Straight Arrow Connector 8"/>
          <p:cNvCxnSpPr/>
          <p:nvPr/>
        </p:nvCxnSpPr>
        <p:spPr>
          <a:xfrm xmlns:a="http://schemas.openxmlformats.org/drawingml/2006/main" flipV="1">
            <a:off x="2870977" y="5088937"/>
            <a:ext cx="607858" cy="95897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8B8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32408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6A6CA3-BF68-355B-0D6D-8E9F72F54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SSN labels identify each BA start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cd759067cf8f40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1389337188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74AB5A-3605-54ED-3333-A5FADC6B9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BA time deltas expose update spacing</a:t>
            </a:r>
          </a:p>
        </p:txBody>
      </p:sp>
      <p:pic>
        <p:nvPicPr>
          <p:cNvPr id="5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e8e35efd3bd84a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190266638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728CE-FAE0-B968-CCBE-EFFC7020F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ACK gaps appear when SSN advances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925DE0-66B8-6218-C8D0-E20DF17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0555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26277"/>
                </a:solidFill>
                <a:latin typeface="Avenir Next"/>
                <a:ea typeface="Avenir Next"/>
                <a:cs typeface="Avenir Next"/>
              </a:rPr>
              <a:t>A later BA SSN passed these sequences without an observed ACK</a:t>
            </a:r>
          </a:p>
        </p:txBody>
      </p:sp>
      <p:pic>
        <p:nvPicPr>
          <p:cNvPr id="16" name="Content Placeholder 10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43b411eded3648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24000" y="1066800"/>
            <a:ext cx="9144000" cy="5153025"/>
          </a:xfrm>
          <a:prstGeom xmlns:a="http://schemas.openxmlformats.org/drawingml/2006/main" prst="roundRect">
            <a:avLst>
              <a:gd name="adj" fmla="val 2588"/>
            </a:avLst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B5D3092-920B-8D43-CE90-0F4A024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92" y="2730160"/>
            <a:ext cx="276220" cy="114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3F45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61594525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FE1240-9853-4BF1-02A6-0C269236D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Gold diamonds mark reverse MPDUs</a:t>
            </a:r>
          </a:p>
        </p:txBody>
      </p:sp>
      <p:pic>
        <p:nvPicPr>
          <p:cNvPr id="5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cd7562a8f66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251505356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1F05C5-4E7B-3B4C-B784-C302F7651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Green vs red crosses: prior-set or unseen</a:t>
            </a:r>
          </a:p>
        </p:txBody>
      </p:sp>
      <p:pic>
        <p:nvPicPr>
          <p:cNvPr id="12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78b3b2fc0d734f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143000" y="1066800"/>
            <a:ext cx="9906000" cy="5572125"/>
          </a:xfrm>
          <a:prstGeom xmlns:a="http://schemas.openxmlformats.org/drawingml/2006/main" prst="roundRect">
            <a:avLst>
              <a:gd name="adj" fmla="val 2393"/>
            </a:avLst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7F5E282-204E-40C2-B0AC-AE62A99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080" y="3187612"/>
            <a:ext cx="135065" cy="258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A4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D65263-7A55-C7B3-7A08-A518AF0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229" y="342900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68A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781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5C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5C34"/>
                </a:solidFill>
                <a:latin typeface="Avenir Next"/>
                <a:ea typeface="Avenir Next"/>
                <a:cs typeface="Avenir Next"/>
              </a:rPr>
              <a:t>Green: prior set in agreement; zero now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E7A6A3-9447-F1EC-F5A0-9DD9559D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39727" y="3602117"/>
            <a:ext cx="198120" cy="180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3F45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1A646E-6779-99B7-551B-2530F8B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419" y="3614913"/>
            <a:ext cx="3048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3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rPr>
              <a:t>Red: zero now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8A2329"/>
                </a:solidFill>
                <a:latin typeface="Avenir Next"/>
                <a:ea typeface="Avenir Next"/>
                <a:cs typeface="Avenir Next"/>
              </a:rPr>
              <a:t>No prior set in agreement</a:t>
            </a:r>
          </a:p>
        </p:txBody>
      </p:sp>
    </p:spTree>
    <p:extLst>
      <p:ext uri="{BB962C8B-B14F-4D97-AF65-F5344CB8AC3E}">
        <p14:creationId xmlns:p14="http://schemas.microsoft.com/office/powerpoint/2010/main" val="439894747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EAF0F6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F9CD0-A9BA-9842-E34A-D7823799E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66700"/>
            <a:ext cx="10972800" cy="68580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0233E"/>
                </a:solidFill>
                <a:latin typeface="Avenir Next"/>
                <a:ea typeface="Avenir Next"/>
                <a:cs typeface="Avenir Next"/>
              </a:rPr>
              <a:t>Click a span endpoint for lifetime details</a:t>
            </a:r>
          </a:p>
        </p:txBody>
      </p:sp>
      <p:pic>
        <p:nvPicPr>
          <p:cNvPr id="5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2867763ba657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219200" y="1123950"/>
            <a:ext cx="9753600" cy="5495925"/>
          </a:xfrm>
          <a:prstGeom xmlns:a="http://schemas.openxmlformats.org/drawingml/2006/main" prst="roundRect">
            <a:avLst>
              <a:gd name="adj" fmla="val 2426"/>
            </a:avLst>
          </a:prstGeom>
        </p:spPr>
      </p:pic>
    </p:spTree>
    <p:extLst>
      <p:ext uri="{BB962C8B-B14F-4D97-AF65-F5344CB8AC3E}">
        <p14:creationId xmlns:p14="http://schemas.microsoft.com/office/powerpoint/2010/main" val="24757842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2026-07-23T13:00:08.6060000Z</dcterms:created>
  <dcterms:modified xsi:type="dcterms:W3CDTF">2026-07-23T13:00:08.6060000Z</dcterms:modified>
</coreProperties>
</file>