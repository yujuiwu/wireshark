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617ea5b76472d" /><Relationship Type="http://schemas.openxmlformats.org/officeDocument/2006/relationships/extended-properties" Target="/docProps/app.xml" Id="R8254403a57384c1c" /><Relationship Type="http://schemas.openxmlformats.org/officeDocument/2006/relationships/officeDocument" Target="/ppt/presentation.xml" Id="R4f48a7f1eae0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b704ec9aa485a"/>
  </p:sldMasterIdLst>
  <p:notesMasterIdLst>
    <p:notesMasterId xmlns:r="http://schemas.openxmlformats.org/officeDocument/2006/relationships" r:id="Rc9c1332631b14735"/>
  </p:notesMasterIdLst>
  <p:sldIdLst>
    <p:sldId xmlns:r="http://schemas.openxmlformats.org/officeDocument/2006/relationships" id="256" r:id="Rf8754738fddf4e37"/>
    <p:sldId xmlns:r="http://schemas.openxmlformats.org/officeDocument/2006/relationships" id="257" r:id="R34f8b00449e64263"/>
    <p:sldId xmlns:r="http://schemas.openxmlformats.org/officeDocument/2006/relationships" id="258" r:id="R6897c99b6d06490e"/>
    <p:sldId xmlns:r="http://schemas.openxmlformats.org/officeDocument/2006/relationships" id="259" r:id="R22cafdda001f49e0"/>
    <p:sldId xmlns:r="http://schemas.openxmlformats.org/officeDocument/2006/relationships" id="260" r:id="R9cbe65e20ba0441c"/>
    <p:sldId xmlns:r="http://schemas.openxmlformats.org/officeDocument/2006/relationships" id="261" r:id="R4ae3b75e1d3b4303"/>
    <p:sldId xmlns:r="http://schemas.openxmlformats.org/officeDocument/2006/relationships" id="262" r:id="R1ce7090807644ac6"/>
    <p:sldId xmlns:r="http://schemas.openxmlformats.org/officeDocument/2006/relationships" id="263" r:id="R5005337b09a843c9"/>
    <p:sldId xmlns:r="http://schemas.openxmlformats.org/officeDocument/2006/relationships" id="264" r:id="Rc58e5d6020b549f8"/>
    <p:sldId xmlns:r="http://schemas.openxmlformats.org/officeDocument/2006/relationships" id="265" r:id="R61148fccb83247c3"/>
    <p:sldId xmlns:r="http://schemas.openxmlformats.org/officeDocument/2006/relationships" id="266" r:id="R216672a9448e4ffd"/>
    <p:sldId xmlns:r="http://schemas.openxmlformats.org/officeDocument/2006/relationships" id="267" r:id="R7ede41bb75534f10"/>
    <p:sldId xmlns:r="http://schemas.openxmlformats.org/officeDocument/2006/relationships" id="268" r:id="R2648fb1875a54dc3"/>
    <p:sldId xmlns:r="http://schemas.openxmlformats.org/officeDocument/2006/relationships" id="269" r:id="Rbdd0f04b2d3c40ad"/>
    <p:sldId xmlns:r="http://schemas.openxmlformats.org/officeDocument/2006/relationships" id="270" r:id="Ra7d98cd8e19640ea"/>
    <p:sldId xmlns:r="http://schemas.openxmlformats.org/officeDocument/2006/relationships" id="271" r:id="R5f2d20ee1c004f99"/>
    <p:sldId xmlns:r="http://schemas.openxmlformats.org/officeDocument/2006/relationships" id="272" r:id="Ra2e4f7de389b4886"/>
    <p:sldId xmlns:r="http://schemas.openxmlformats.org/officeDocument/2006/relationships" id="273" r:id="Ra23916fbdcdc4b37"/>
    <p:sldId xmlns:r="http://schemas.openxmlformats.org/officeDocument/2006/relationships" id="274" r:id="R3b5bc768daf5499d"/>
    <p:sldId xmlns:r="http://schemas.openxmlformats.org/officeDocument/2006/relationships" id="275" r:id="Rdfa2d43b4db24c17"/>
    <p:sldId xmlns:r="http://schemas.openxmlformats.org/officeDocument/2006/relationships" id="276" r:id="Rb64c210c13874363"/>
    <p:sldId xmlns:r="http://schemas.openxmlformats.org/officeDocument/2006/relationships" id="277" r:id="R383d6571271e4b8a"/>
    <p:sldId xmlns:r="http://schemas.openxmlformats.org/officeDocument/2006/relationships" id="278" r:id="R4a21d9b592424896"/>
    <p:sldId xmlns:r="http://schemas.openxmlformats.org/officeDocument/2006/relationships" id="279" r:id="R841a74f061ea473b"/>
    <p:sldId xmlns:r="http://schemas.openxmlformats.org/officeDocument/2006/relationships" id="280" r:id="Rc47879265a814ed1"/>
    <p:sldId xmlns:r="http://schemas.openxmlformats.org/officeDocument/2006/relationships" id="281" r:id="R7ddc785f46fd4cd4"/>
    <p:sldId xmlns:r="http://schemas.openxmlformats.org/officeDocument/2006/relationships" id="282" r:id="R1b1374db6a5b4d74"/>
    <p:sldId xmlns:r="http://schemas.openxmlformats.org/officeDocument/2006/relationships" id="283" r:id="R58f48af686b145d4"/>
    <p:sldId xmlns:r="http://schemas.openxmlformats.org/officeDocument/2006/relationships" id="284" r:id="Re2741b3f1b70478a"/>
    <p:sldId xmlns:r="http://schemas.openxmlformats.org/officeDocument/2006/relationships" id="285" r:id="R4a90b0d23f3243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ae97d1849f4e3a" /><Relationship Type="http://schemas.openxmlformats.org/officeDocument/2006/relationships/slideMaster" Target="/ppt/slideMasters/slideMaster1.xml" Id="R1f3b704ec9aa485a" /><Relationship Type="http://schemas.openxmlformats.org/officeDocument/2006/relationships/notesMaster" Target="/ppt/notesMasters/notesMaster1.xml" Id="Rc9c1332631b14735" /><Relationship Type="http://schemas.openxmlformats.org/officeDocument/2006/relationships/presProps" Target="/ppt/presProps.xml" Id="R5575c0172d314c97" /><Relationship Type="http://schemas.openxmlformats.org/officeDocument/2006/relationships/tableStyles" Target="/ppt/tableStyles.xml" Id="Rbc3d521d7fdc4f1d" /><Relationship Type="http://schemas.openxmlformats.org/officeDocument/2006/relationships/slide" Target="/ppt/slides/slide1.xml" Id="Rf8754738fddf4e37" /><Relationship Type="http://schemas.openxmlformats.org/officeDocument/2006/relationships/slide" Target="/ppt/slides/slide2.xml" Id="R34f8b00449e64263" /><Relationship Type="http://schemas.openxmlformats.org/officeDocument/2006/relationships/slide" Target="/ppt/slides/slide3.xml" Id="R6897c99b6d06490e" /><Relationship Type="http://schemas.openxmlformats.org/officeDocument/2006/relationships/slide" Target="/ppt/slides/slide4.xml" Id="R22cafdda001f49e0" /><Relationship Type="http://schemas.openxmlformats.org/officeDocument/2006/relationships/slide" Target="/ppt/slides/slide5.xml" Id="R9cbe65e20ba0441c" /><Relationship Type="http://schemas.openxmlformats.org/officeDocument/2006/relationships/slide" Target="/ppt/slides/slide6.xml" Id="R4ae3b75e1d3b4303" /><Relationship Type="http://schemas.openxmlformats.org/officeDocument/2006/relationships/slide" Target="/ppt/slides/slide7.xml" Id="R1ce7090807644ac6" /><Relationship Type="http://schemas.openxmlformats.org/officeDocument/2006/relationships/slide" Target="/ppt/slides/slide8.xml" Id="R5005337b09a843c9" /><Relationship Type="http://schemas.openxmlformats.org/officeDocument/2006/relationships/slide" Target="/ppt/slides/slide9.xml" Id="Rc58e5d6020b549f8" /><Relationship Type="http://schemas.openxmlformats.org/officeDocument/2006/relationships/slide" Target="/ppt/slides/slide10.xml" Id="R61148fccb83247c3" /><Relationship Type="http://schemas.openxmlformats.org/officeDocument/2006/relationships/slide" Target="/ppt/slides/slide11.xml" Id="R216672a9448e4ffd" /><Relationship Type="http://schemas.openxmlformats.org/officeDocument/2006/relationships/slide" Target="/ppt/slides/slide12.xml" Id="R7ede41bb75534f10" /><Relationship Type="http://schemas.openxmlformats.org/officeDocument/2006/relationships/slide" Target="/ppt/slides/slide13.xml" Id="R2648fb1875a54dc3" /><Relationship Type="http://schemas.openxmlformats.org/officeDocument/2006/relationships/slide" Target="/ppt/slides/slide14.xml" Id="Rbdd0f04b2d3c40ad" /><Relationship Type="http://schemas.openxmlformats.org/officeDocument/2006/relationships/slide" Target="/ppt/slides/slide15.xml" Id="Ra7d98cd8e19640ea" /><Relationship Type="http://schemas.openxmlformats.org/officeDocument/2006/relationships/slide" Target="/ppt/slides/slide16.xml" Id="R5f2d20ee1c004f99" /><Relationship Type="http://schemas.openxmlformats.org/officeDocument/2006/relationships/slide" Target="/ppt/slides/slide17.xml" Id="Ra2e4f7de389b4886" /><Relationship Type="http://schemas.openxmlformats.org/officeDocument/2006/relationships/slide" Target="/ppt/slides/slide18.xml" Id="Ra23916fbdcdc4b37" /><Relationship Type="http://schemas.openxmlformats.org/officeDocument/2006/relationships/slide" Target="/ppt/slides/slide19.xml" Id="R3b5bc768daf5499d" /><Relationship Type="http://schemas.openxmlformats.org/officeDocument/2006/relationships/slide" Target="/ppt/slides/slide20.xml" Id="Rdfa2d43b4db24c17" /><Relationship Type="http://schemas.openxmlformats.org/officeDocument/2006/relationships/slide" Target="/ppt/slides/slide21.xml" Id="Rb64c210c13874363" /><Relationship Type="http://schemas.openxmlformats.org/officeDocument/2006/relationships/slide" Target="/ppt/slides/slide22.xml" Id="R383d6571271e4b8a" /><Relationship Type="http://schemas.openxmlformats.org/officeDocument/2006/relationships/slide" Target="/ppt/slides/slide23.xml" Id="R4a21d9b592424896" /><Relationship Type="http://schemas.openxmlformats.org/officeDocument/2006/relationships/slide" Target="/ppt/slides/slide24.xml" Id="R841a74f061ea473b" /><Relationship Type="http://schemas.openxmlformats.org/officeDocument/2006/relationships/slide" Target="/ppt/slides/slide25.xml" Id="Rc47879265a814ed1" /><Relationship Type="http://schemas.openxmlformats.org/officeDocument/2006/relationships/slide" Target="/ppt/slides/slide26.xml" Id="R7ddc785f46fd4cd4" /><Relationship Type="http://schemas.openxmlformats.org/officeDocument/2006/relationships/slide" Target="/ppt/slides/slide27.xml" Id="R1b1374db6a5b4d74" /><Relationship Type="http://schemas.openxmlformats.org/officeDocument/2006/relationships/slide" Target="/ppt/slides/slide28.xml" Id="R58f48af686b145d4" /><Relationship Type="http://schemas.openxmlformats.org/officeDocument/2006/relationships/slide" Target="/ppt/slides/slide29.xml" Id="Re2741b3f1b70478a" /><Relationship Type="http://schemas.openxmlformats.org/officeDocument/2006/relationships/slide" Target="/ppt/slides/slide30.xml" Id="R4a90b0d23f32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427275e41b4c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4c14dc091421c" /><Relationship Type="http://schemas.openxmlformats.org/officeDocument/2006/relationships/notesMaster" Target="/ppt/notesMasters/notesMaster1.xml" Id="R537c26bc908a41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0485d09754d94" /><Relationship Type="http://schemas.openxmlformats.org/officeDocument/2006/relationships/notesMaster" Target="/ppt/notesMasters/notesMaster1.xml" Id="Rc2133053add842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3e949f5bc64d32" /><Relationship Type="http://schemas.openxmlformats.org/officeDocument/2006/relationships/notesMaster" Target="/ppt/notesMasters/notesMaster1.xml" Id="Ra13a8cc160da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f47cf722d24486" /><Relationship Type="http://schemas.openxmlformats.org/officeDocument/2006/relationships/notesMaster" Target="/ppt/notesMasters/notesMaster1.xml" Id="R0e42b5a047cf45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dce74982dd41e1" /><Relationship Type="http://schemas.openxmlformats.org/officeDocument/2006/relationships/notesMaster" Target="/ppt/notesMasters/notesMaster1.xml" Id="Rc2197ee4b21b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5851a591694f1b" /><Relationship Type="http://schemas.openxmlformats.org/officeDocument/2006/relationships/notesMaster" Target="/ppt/notesMasters/notesMaster1.xml" Id="Re945259768064e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f7162f2214f68" /><Relationship Type="http://schemas.openxmlformats.org/officeDocument/2006/relationships/notesMaster" Target="/ppt/notesMasters/notesMaster1.xml" Id="R8d7659adbf2e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f296bfc6e24d7c" /><Relationship Type="http://schemas.openxmlformats.org/officeDocument/2006/relationships/notesMaster" Target="/ppt/notesMasters/notesMaster1.xml" Id="R9fe047406f764b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5ebaa7ef84a22" /><Relationship Type="http://schemas.openxmlformats.org/officeDocument/2006/relationships/notesMaster" Target="/ppt/notesMasters/notesMaster1.xml" Id="Rf5f59f3ffba943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0eaa2c703c416f" /><Relationship Type="http://schemas.openxmlformats.org/officeDocument/2006/relationships/notesMaster" Target="/ppt/notesMasters/notesMaster1.xml" Id="R89cee1798d4944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b8fcd6dedd44cf" /><Relationship Type="http://schemas.openxmlformats.org/officeDocument/2006/relationships/notesMaster" Target="/ppt/notesMasters/notesMaster1.xml" Id="R27fb32cb530f40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94d5e621124933" /><Relationship Type="http://schemas.openxmlformats.org/officeDocument/2006/relationships/notesMaster" Target="/ppt/notesMasters/notesMaster1.xml" Id="Rfe2a8406091441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036661f240475f" /><Relationship Type="http://schemas.openxmlformats.org/officeDocument/2006/relationships/notesMaster" Target="/ppt/notesMasters/notesMaster1.xml" Id="Rec7b4baa96ca4a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aabcfc8f9a4327" /><Relationship Type="http://schemas.openxmlformats.org/officeDocument/2006/relationships/notesMaster" Target="/ppt/notesMasters/notesMaster1.xml" Id="Rbe32b237ccef4a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3c4db2e4d0445b" /><Relationship Type="http://schemas.openxmlformats.org/officeDocument/2006/relationships/notesMaster" Target="/ppt/notesMasters/notesMaster1.xml" Id="R4b019853013a4e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3f218b24404bf8" /><Relationship Type="http://schemas.openxmlformats.org/officeDocument/2006/relationships/notesMaster" Target="/ppt/notesMasters/notesMaster1.xml" Id="R95ad7dbccf8143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ba9b91444c4c8e" /><Relationship Type="http://schemas.openxmlformats.org/officeDocument/2006/relationships/notesMaster" Target="/ppt/notesMasters/notesMaster1.xml" Id="R5a882f2c9fb042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c7202867924993" /><Relationship Type="http://schemas.openxmlformats.org/officeDocument/2006/relationships/notesMaster" Target="/ppt/notesMasters/notesMaster1.xml" Id="R317451922e9a45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427656fbb84af6" /><Relationship Type="http://schemas.openxmlformats.org/officeDocument/2006/relationships/notesMaster" Target="/ppt/notesMasters/notesMaster1.xml" Id="R6c7b85b5d8a34c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c96c6ffdd0415b" /><Relationship Type="http://schemas.openxmlformats.org/officeDocument/2006/relationships/notesMaster" Target="/ppt/notesMasters/notesMaster1.xml" Id="R0032379f8b844b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cfcc18411d4cc5" /><Relationship Type="http://schemas.openxmlformats.org/officeDocument/2006/relationships/notesMaster" Target="/ppt/notesMasters/notesMaster1.xml" Id="R1f769cd57b7941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a7a80733e24751" /><Relationship Type="http://schemas.openxmlformats.org/officeDocument/2006/relationships/notesMaster" Target="/ppt/notesMasters/notesMaster1.xml" Id="R8ba0877cdaef4c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82b5daff4d4e61" /><Relationship Type="http://schemas.openxmlformats.org/officeDocument/2006/relationships/notesMaster" Target="/ppt/notesMasters/notesMaster1.xml" Id="R19d9cfc089114b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13efd1f57d48de" /><Relationship Type="http://schemas.openxmlformats.org/officeDocument/2006/relationships/notesMaster" Target="/ppt/notesMasters/notesMaster1.xml" Id="R69c6dbe7bd444a7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c47e16e78194e8d" /><Relationship Type="http://schemas.openxmlformats.org/officeDocument/2006/relationships/notesMaster" Target="/ppt/notesMasters/notesMaster1.xml" Id="Raea7b8e2f82042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a71158e73b430a" /><Relationship Type="http://schemas.openxmlformats.org/officeDocument/2006/relationships/notesMaster" Target="/ppt/notesMasters/notesMaster1.xml" Id="R3bbdd394b32644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c74b14bc9a4386" /><Relationship Type="http://schemas.openxmlformats.org/officeDocument/2006/relationships/notesMaster" Target="/ppt/notesMasters/notesMaster1.xml" Id="R772f945f1a8042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561fe6c433e4dd8" /><Relationship Type="http://schemas.openxmlformats.org/officeDocument/2006/relationships/notesMaster" Target="/ppt/notesMasters/notesMaster1.xml" Id="Rcd4009562db64d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862b056333427b" /><Relationship Type="http://schemas.openxmlformats.org/officeDocument/2006/relationships/notesMaster" Target="/ppt/notesMasters/notesMaster1.xml" Id="R556f3d7bd9de4e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07d332bf5843a6" /><Relationship Type="http://schemas.openxmlformats.org/officeDocument/2006/relationships/notesMaster" Target="/ppt/notesMasters/notesMaster1.xml" Id="R35d0633e9c47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208f3ef1a4a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8c8127ece4019" /><Relationship Type="http://schemas.openxmlformats.org/officeDocument/2006/relationships/slideLayout" Target="/ppt/slideLayouts/slideLayout1.xml" Id="Rdd5477a17643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5477a17643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9cd0101974653" /><Relationship Type="http://schemas.openxmlformats.org/officeDocument/2006/relationships/image" Target="/ppt/media/image.png" Id="Ra9d5ba82451f419c" /><Relationship Type="http://schemas.openxmlformats.org/officeDocument/2006/relationships/notesSlide" Target="/ppt/notesSlides/notesSlide1.xml" Id="Ra634235996d0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8da01bc544aaa" /><Relationship Type="http://schemas.openxmlformats.org/officeDocument/2006/relationships/image" Target="/ppt/media/image2.png" Id="R589429fb4ae34b87" /><Relationship Type="http://schemas.openxmlformats.org/officeDocument/2006/relationships/image" Target="/ppt/media/image3.png" Id="R286e92446bd14a83" /><Relationship Type="http://schemas.openxmlformats.org/officeDocument/2006/relationships/image" Target="/ppt/media/image4.png" Id="Rc7fc4672fdda4931" /><Relationship Type="http://schemas.openxmlformats.org/officeDocument/2006/relationships/notesSlide" Target="/ppt/notesSlides/notesSlide2.xml" Id="Raf2faed611ce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bdfa4e82e45ad" /><Relationship Type="http://schemas.openxmlformats.org/officeDocument/2006/relationships/image" Target="/ppt/media/image5.png" Id="Rff9685e7477e4ed8" /><Relationship Type="http://schemas.openxmlformats.org/officeDocument/2006/relationships/notesSlide" Target="/ppt/notesSlides/notesSlide3.xml" Id="Rba4f924c8e5045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621d0c2c4573" /><Relationship Type="http://schemas.openxmlformats.org/officeDocument/2006/relationships/image" Target="/ppt/media/image.jpeg" Id="R401c528995af450f" /><Relationship Type="http://schemas.openxmlformats.org/officeDocument/2006/relationships/image" Target="/ppt/media/image2.jpeg" Id="R433954731eb54997" /><Relationship Type="http://schemas.openxmlformats.org/officeDocument/2006/relationships/notesSlide" Target="/ppt/notesSlides/notesSlide4.xml" Id="R2283af59ee3046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d8430bea4676" /><Relationship Type="http://schemas.openxmlformats.org/officeDocument/2006/relationships/image" Target="/ppt/media/image6.png" Id="Rfcf022e7f59548e3" /><Relationship Type="http://schemas.openxmlformats.org/officeDocument/2006/relationships/notesSlide" Target="/ppt/notesSlides/notesSlide5.xml" Id="Rf89dbdd19a2840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67658757474f" /><Relationship Type="http://schemas.openxmlformats.org/officeDocument/2006/relationships/image" Target="/ppt/media/image7.png" Id="R988369faa90e4bb2" /><Relationship Type="http://schemas.openxmlformats.org/officeDocument/2006/relationships/notesSlide" Target="/ppt/notesSlides/notesSlide6.xml" Id="R9ce32599d96e49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5a2f72ef945e1" /><Relationship Type="http://schemas.openxmlformats.org/officeDocument/2006/relationships/image" Target="/ppt/media/image8.png" Id="Rfd94880fc8ff474d" /><Relationship Type="http://schemas.openxmlformats.org/officeDocument/2006/relationships/notesSlide" Target="/ppt/notesSlides/notesSlide7.xml" Id="Rda4b9458df23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3659b9d084bdb" /><Relationship Type="http://schemas.openxmlformats.org/officeDocument/2006/relationships/image" Target="/ppt/media/image9.png" Id="Rab283985bd294111" /><Relationship Type="http://schemas.openxmlformats.org/officeDocument/2006/relationships/notesSlide" Target="/ppt/notesSlides/notesSlide8.xml" Id="R519df00ee10b40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dfc53482543c8" /><Relationship Type="http://schemas.openxmlformats.org/officeDocument/2006/relationships/image" Target="/ppt/media/image10.png" Id="R1e511cff6ce34233" /><Relationship Type="http://schemas.openxmlformats.org/officeDocument/2006/relationships/image" Target="/ppt/media/image11.png" Id="R3a2d99a50d4640d9" /><Relationship Type="http://schemas.openxmlformats.org/officeDocument/2006/relationships/notesSlide" Target="/ppt/notesSlides/notesSlide9.xml" Id="R75cea31b35154d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fa91c9ad34be7" /><Relationship Type="http://schemas.openxmlformats.org/officeDocument/2006/relationships/image" Target="/ppt/media/image12.png" Id="R5a2aae3aca1d40bd" /><Relationship Type="http://schemas.openxmlformats.org/officeDocument/2006/relationships/notesSlide" Target="/ppt/notesSlides/notesSlide10.xml" Id="R3df8f7d0693f49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c19c726ee445f" /><Relationship Type="http://schemas.openxmlformats.org/officeDocument/2006/relationships/image" Target="/ppt/media/image13.png" Id="Rd0bb243cdbbc4638" /><Relationship Type="http://schemas.openxmlformats.org/officeDocument/2006/relationships/notesSlide" Target="/ppt/notesSlides/notesSlide11.xml" Id="R333acd8cdbed46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5e6c98e014cf2" /><Relationship Type="http://schemas.openxmlformats.org/officeDocument/2006/relationships/image" Target="/ppt/media/image3.jpeg" Id="Ra6b33470a5834a7c" /><Relationship Type="http://schemas.openxmlformats.org/officeDocument/2006/relationships/notesSlide" Target="/ppt/notesSlides/notesSlide12.xml" Id="Rffe2feed2ec847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5a2a0d7024d1a" /><Relationship Type="http://schemas.openxmlformats.org/officeDocument/2006/relationships/image" Target="/ppt/media/image4.jpeg" Id="R40244029670d492e" /><Relationship Type="http://schemas.openxmlformats.org/officeDocument/2006/relationships/notesSlide" Target="/ppt/notesSlides/notesSlide13.xml" Id="Re8ee85b0b9aa49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af8616fe84a5f" /><Relationship Type="http://schemas.openxmlformats.org/officeDocument/2006/relationships/image" Target="/ppt/media/image14.png" Id="R115de6ed90144b8a" /><Relationship Type="http://schemas.openxmlformats.org/officeDocument/2006/relationships/image" Target="/ppt/media/image15.png" Id="R0b3a31c07585458c" /><Relationship Type="http://schemas.openxmlformats.org/officeDocument/2006/relationships/notesSlide" Target="/ppt/notesSlides/notesSlide14.xml" Id="Rf7d02b1085474d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d9cd1e9c04f94" /><Relationship Type="http://schemas.openxmlformats.org/officeDocument/2006/relationships/image" Target="/ppt/media/image16.png" Id="R22cf9d3466394c96" /><Relationship Type="http://schemas.openxmlformats.org/officeDocument/2006/relationships/notesSlide" Target="/ppt/notesSlides/notesSlide15.xml" Id="R24af8ef97ce245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a29d2bb6d4284" /><Relationship Type="http://schemas.openxmlformats.org/officeDocument/2006/relationships/image" Target="/ppt/media/image17.png" Id="Rc9774019effb414e" /><Relationship Type="http://schemas.openxmlformats.org/officeDocument/2006/relationships/notesSlide" Target="/ppt/notesSlides/notesSlide16.xml" Id="Rfbbba0ecd2e84a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0690815594ee8" /><Relationship Type="http://schemas.openxmlformats.org/officeDocument/2006/relationships/image" Target="/ppt/media/image18.png" Id="Ra2ff37a104424046" /><Relationship Type="http://schemas.openxmlformats.org/officeDocument/2006/relationships/notesSlide" Target="/ppt/notesSlides/notesSlide17.xml" Id="Rd038d3695e5e47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03492f0546a9" /><Relationship Type="http://schemas.openxmlformats.org/officeDocument/2006/relationships/image" Target="/ppt/media/image19.png" Id="R32362d5d50b54f1b" /><Relationship Type="http://schemas.openxmlformats.org/officeDocument/2006/relationships/notesSlide" Target="/ppt/notesSlides/notesSlide18.xml" Id="R06ec56eb92a540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2bbd8bbd441b9" /><Relationship Type="http://schemas.openxmlformats.org/officeDocument/2006/relationships/image" Target="/ppt/media/image20.png" Id="R57b849247f374971" /><Relationship Type="http://schemas.openxmlformats.org/officeDocument/2006/relationships/notesSlide" Target="/ppt/notesSlides/notesSlide19.xml" Id="R7f71477e2e4945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b7617195440ab" /><Relationship Type="http://schemas.openxmlformats.org/officeDocument/2006/relationships/image" Target="/ppt/media/image21.png" Id="R92d048904bef4748" /><Relationship Type="http://schemas.openxmlformats.org/officeDocument/2006/relationships/notesSlide" Target="/ppt/notesSlides/notesSlide20.xml" Id="R0fd4003d3e8f4f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d447ec0c24540" /><Relationship Type="http://schemas.openxmlformats.org/officeDocument/2006/relationships/image" Target="/ppt/media/image22.png" Id="R5ebb6a80f7d4428a" /><Relationship Type="http://schemas.openxmlformats.org/officeDocument/2006/relationships/notesSlide" Target="/ppt/notesSlides/notesSlide21.xml" Id="R8020ef635bf348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cdcb5647242fd" /><Relationship Type="http://schemas.openxmlformats.org/officeDocument/2006/relationships/image" Target="/ppt/media/image23.png" Id="R58b5789fdc474bea" /><Relationship Type="http://schemas.openxmlformats.org/officeDocument/2006/relationships/notesSlide" Target="/ppt/notesSlides/notesSlide22.xml" Id="R33fe828ac68a45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7556be3ff4712" /><Relationship Type="http://schemas.openxmlformats.org/officeDocument/2006/relationships/notesSlide" Target="/ppt/notesSlides/notesSlide23.xml" Id="Rffaa3b1769c54e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bfe91a7cb431d" /><Relationship Type="http://schemas.openxmlformats.org/officeDocument/2006/relationships/notesSlide" Target="/ppt/notesSlides/notesSlide24.xml" Id="Rbbf4b4cf95c944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fe360adf413e" /><Relationship Type="http://schemas.openxmlformats.org/officeDocument/2006/relationships/image" Target="/ppt/media/image24.png" Id="R17b1f8bc8a994c35" /><Relationship Type="http://schemas.openxmlformats.org/officeDocument/2006/relationships/image" Target="/ppt/media/image25.png" Id="Ra027e45ec8064ccd" /><Relationship Type="http://schemas.openxmlformats.org/officeDocument/2006/relationships/notesSlide" Target="/ppt/notesSlides/notesSlide25.xml" Id="R35bc3143f4054a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3178db23f49f1" /><Relationship Type="http://schemas.openxmlformats.org/officeDocument/2006/relationships/image" Target="/ppt/media/image26.png" Id="Rdf033f1b2af74add" /><Relationship Type="http://schemas.openxmlformats.org/officeDocument/2006/relationships/image" Target="/ppt/media/image27.png" Id="R44303de668284588" /><Relationship Type="http://schemas.openxmlformats.org/officeDocument/2006/relationships/image" Target="/ppt/media/image28.png" Id="Rc43b6216ec3b4e4e" /><Relationship Type="http://schemas.openxmlformats.org/officeDocument/2006/relationships/image" Target="/ppt/media/image29.png" Id="R1dec92e4fabe4b5f" /><Relationship Type="http://schemas.openxmlformats.org/officeDocument/2006/relationships/image" Target="/ppt/media/image30.png" Id="R5dca513019df4ca0" /><Relationship Type="http://schemas.openxmlformats.org/officeDocument/2006/relationships/image" Target="/ppt/media/image31.png" Id="Rd4104b4499a147b9" /><Relationship Type="http://schemas.openxmlformats.org/officeDocument/2006/relationships/notesSlide" Target="/ppt/notesSlides/notesSlide26.xml" Id="R621b8b639f0649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372e8855a4b85" /><Relationship Type="http://schemas.openxmlformats.org/officeDocument/2006/relationships/image" Target="/ppt/media/image32.png" Id="Rfca4abf2183f4c96" /><Relationship Type="http://schemas.openxmlformats.org/officeDocument/2006/relationships/image" Target="/ppt/media/image33.png" Id="R8ca4bc0577a84811" /><Relationship Type="http://schemas.openxmlformats.org/officeDocument/2006/relationships/notesSlide" Target="/ppt/notesSlides/notesSlide27.xml" Id="R6d57bc7e9dff40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a4614fe14420b" /><Relationship Type="http://schemas.openxmlformats.org/officeDocument/2006/relationships/notesSlide" Target="/ppt/notesSlides/notesSlide28.xml" Id="R8b8587f9d66645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3e6b91fe04ca6" /><Relationship Type="http://schemas.openxmlformats.org/officeDocument/2006/relationships/notesSlide" Target="/ppt/notesSlides/notesSlide29.xml" Id="R1ecfe2ba536644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c00755f004a07" /><Relationship Type="http://schemas.openxmlformats.org/officeDocument/2006/relationships/image" Target="/ppt/media/image34.png" Id="R469c1fdedac9475f" /><Relationship Type="http://schemas.openxmlformats.org/officeDocument/2006/relationships/image" Target="/ppt/media/image35.png" Id="R7331b49c3d434b36" /><Relationship Type="http://schemas.openxmlformats.org/officeDocument/2006/relationships/image" Target="/ppt/media/image36.png" Id="R95e36df36fb7430d" /><Relationship Type="http://schemas.openxmlformats.org/officeDocument/2006/relationships/notesSlide" Target="/ppt/notesSlides/notesSlide30.xml" Id="R163d5f07e2314e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5ba82451f419c"/>
          <a:srcRect xmlns:a="http://schemas.openxmlformats.org/drawingml/2006/main" l="22531" t="0" r="225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0"/>
            <a:ext cx="6781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D8DE7D27-052A-49B7-B830-F7284E0C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E726323-D2D0-4463-A654-91891F1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WIRESHARK WLAN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2A331B-0A57-43F3-92E9-5D6BF8A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Read Block Ack
behavior at a glance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3F4127-27FD-4EB9-9ABF-7088EC2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45148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 screenshot-led guide to sessions, bitmap evidence, agreement boundaries, and capture limits.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83A931E3-6306-47A2-B4CA-A3771D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49B"/>
          </a:solidFill>
          <a:ln xmlns:a="http://schemas.openxmlformats.org/drawingml/2006/main" w="0">
            <a:solidFill>
              <a:srgbClr val="12749B"/>
            </a:solidFill>
            <a:prstDash val="solid"/>
          </a:ln>
        </p:spPr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05126958-7A71-474E-8AA9-4DC57083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Real-world captures · current v0.0.3 behavior</a:t>
            </a:r>
          </a:p>
        </p:txBody>
      </p:sp>
    </p:spTree>
    <p:extLst>
      <p:ext uri="{BB962C8B-B14F-4D97-AF65-F5344CB8AC3E}">
        <p14:creationId xmlns:p14="http://schemas.microsoft.com/office/powerpoint/2010/main" val="1981708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0B2EF57B-E2FD-4B59-B6D1-82543EA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ORIENTATION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7677AAA-1690-4F00-AB83-E8505E1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captures drive every example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D69B5AEB-BE6F-4FE9-8351-EF09DBE6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5F5714C7-7FA3-4E04-B199-9A4B6F5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Static and interactive views are derived from local 802.11/radiotap captures.</a:t>
            </a:r>
          </a:p>
        </p:txBody>
      </p:sp>
      <p:sp>
        <p:nvSpPr>
          <p:cNvPr id="5" name="number-2">
            <a:extLst xmlns:a="http://schemas.openxmlformats.org/drawingml/2006/main">
              <a:ext uri="{FF2B5EF4-FFF2-40B4-BE49-F238E27FC236}">
                <a16:creationId xmlns:a16="http://schemas.microsoft.com/office/drawing/2014/main" id="{2B42237B-572A-4A73-A870-5DEED52B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429fb4ae34b87"/>
          <a:srcRect xmlns:a="http://schemas.openxmlformats.org/drawingml/2006/main" l="8889" t="0" r="8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3524250" cy="2381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e92446bd14a83"/>
          <a:srcRect xmlns:a="http://schemas.openxmlformats.org/drawingml/2006/main" l="8889" t="0" r="8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428750"/>
            <a:ext cx="3524250" cy="23812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c4672fdda4931"/>
          <a:srcRect xmlns:a="http://schemas.openxmlformats.org/drawingml/2006/main" l="8889" t="0" r="8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428750"/>
            <a:ext cx="35242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cap-normal-bg">
            <a:extLst xmlns:a="http://schemas.openxmlformats.org/drawingml/2006/main">
              <a:ext uri="{FF2B5EF4-FFF2-40B4-BE49-F238E27FC236}">
                <a16:creationId xmlns:a16="http://schemas.microsoft.com/office/drawing/2014/main" id="{8C4443E5-8FA2-41CD-AFC4-3070D5B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76700"/>
            <a:ext cx="3524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ap-normal-text">
            <a:extLst xmlns:a="http://schemas.openxmlformats.org/drawingml/2006/main">
              <a:ext uri="{FF2B5EF4-FFF2-40B4-BE49-F238E27FC236}">
                <a16:creationId xmlns:a16="http://schemas.microsoft.com/office/drawing/2014/main" id="{ED7A6466-3C3E-47A3-ADFC-E375CD1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318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Normal progress
29 BA · 5 BAR · 4.4 s</a:t>
            </a:r>
          </a:p>
        </p:txBody>
      </p:sp>
      <p:sp>
        <p:nvSpPr>
          <p:cNvPr id="11" name="cap-holes-bg">
            <a:extLst xmlns:a="http://schemas.openxmlformats.org/drawingml/2006/main">
              <a:ext uri="{FF2B5EF4-FFF2-40B4-BE49-F238E27FC236}">
                <a16:creationId xmlns:a16="http://schemas.microsoft.com/office/drawing/2014/main" id="{DAC93A34-1349-43DB-B340-E146E413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524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ap-holes-text">
            <a:extLst xmlns:a="http://schemas.openxmlformats.org/drawingml/2006/main">
              <a:ext uri="{FF2B5EF4-FFF2-40B4-BE49-F238E27FC236}">
                <a16:creationId xmlns:a16="http://schemas.microsoft.com/office/drawing/2014/main" id="{071C08A9-DFFE-4F6C-A2C0-CA033BB4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10050"/>
            <a:ext cx="318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Persistent holes
21 BA · 20 lifetimes</a:t>
            </a:r>
          </a:p>
        </p:txBody>
      </p:sp>
      <p:sp>
        <p:nvSpPr>
          <p:cNvPr id="13" name="cap-wrap-bg">
            <a:extLst xmlns:a="http://schemas.openxmlformats.org/drawingml/2006/main">
              <a:ext uri="{FF2B5EF4-FFF2-40B4-BE49-F238E27FC236}">
                <a16:creationId xmlns:a16="http://schemas.microsoft.com/office/drawing/2014/main" id="{6BB76A8C-DFB7-4F2D-9C0F-E6E22A1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76700"/>
            <a:ext cx="3524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ap-wrap-text">
            <a:extLst xmlns:a="http://schemas.openxmlformats.org/drawingml/2006/main">
              <a:ext uri="{FF2B5EF4-FFF2-40B4-BE49-F238E27FC236}">
                <a16:creationId xmlns:a16="http://schemas.microsoft.com/office/drawing/2014/main" id="{7814ED84-0DC1-4F8D-981C-29C61CF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18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Sequence wrap
4086 … 4095, 0 … 10</a:t>
            </a:r>
          </a:p>
        </p:txBody>
      </p:sp>
      <p:sp>
        <p:nvSpPr>
          <p:cNvPr id="15" name="cap-path-text">
            <a:extLst xmlns:a="http://schemas.openxmlformats.org/drawingml/2006/main">
              <a:ext uri="{FF2B5EF4-FFF2-40B4-BE49-F238E27FC236}">
                <a16:creationId xmlns:a16="http://schemas.microsoft.com/office/drawing/2014/main" id="{C803F62C-94C0-4C70-89BF-2838CB8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76875"/>
            <a:ext cx="11353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source: /Users/yujuiwu/code/debug/WQCPC-13082/20260421_062701_20M_CH6_DONT_CARE.pcap</a:t>
            </a:r>
          </a:p>
        </p:txBody>
      </p:sp>
    </p:spTree>
    <p:extLst>
      <p:ext uri="{BB962C8B-B14F-4D97-AF65-F5344CB8AC3E}">
        <p14:creationId xmlns:p14="http://schemas.microsoft.com/office/powerpoint/2010/main" val="1088744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3">
            <a:extLst xmlns:a="http://schemas.openxmlformats.org/drawingml/2006/main">
              <a:ext uri="{FF2B5EF4-FFF2-40B4-BE49-F238E27FC236}">
                <a16:creationId xmlns:a16="http://schemas.microsoft.com/office/drawing/2014/main" id="{0DA280FF-50A1-4F98-961B-CAFCDEB7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ORIENTATION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17822BB-93A0-4D05-8E4B-AE590D5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bitmap is evidence—not a loss verdict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45319FFE-AA90-4B67-B4DA-439C9C1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2DF48417-BCEC-44D0-B99B-C748B44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</a:t>
            </a:r>
          </a:p>
        </p:txBody>
      </p:sp>
      <p:sp>
        <p:nvSpPr>
          <p:cNvPr id="5" name="number-3">
            <a:extLst xmlns:a="http://schemas.openxmlformats.org/drawingml/2006/main">
              <a:ext uri="{FF2B5EF4-FFF2-40B4-BE49-F238E27FC236}">
                <a16:creationId xmlns:a16="http://schemas.microsoft.com/office/drawing/2014/main" id="{AAD49ADF-CEC3-4DEB-904D-09EAE1CC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685e7477e4ed8"/>
          <a:srcRect xmlns:a="http://schemas.openxmlformats.org/drawingml/2006/main" l="7778" t="0" r="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239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evidence-1-bg">
            <a:extLst xmlns:a="http://schemas.openxmlformats.org/drawingml/2006/main">
              <a:ext uri="{FF2B5EF4-FFF2-40B4-BE49-F238E27FC236}">
                <a16:creationId xmlns:a16="http://schemas.microsoft.com/office/drawing/2014/main" id="{EDB2FB41-013E-4754-8498-F66CBDC3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evidence-1-text">
            <a:extLst xmlns:a="http://schemas.openxmlformats.org/drawingml/2006/main">
              <a:ext uri="{FF2B5EF4-FFF2-40B4-BE49-F238E27FC236}">
                <a16:creationId xmlns:a16="http://schemas.microsoft.com/office/drawing/2014/main" id="{3684A7C3-FAB7-48B9-80B2-259CACE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A bitmap zero means
“no ACK observed here.”</a:t>
            </a:r>
          </a:p>
        </p:txBody>
      </p:sp>
      <p:sp>
        <p:nvSpPr>
          <p:cNvPr id="9" name="evidence-2-bg">
            <a:extLst xmlns:a="http://schemas.openxmlformats.org/drawingml/2006/main">
              <a:ext uri="{FF2B5EF4-FFF2-40B4-BE49-F238E27FC236}">
                <a16:creationId xmlns:a16="http://schemas.microsoft.com/office/drawing/2014/main" id="{661E535C-37F2-4B6B-8C0F-3732325C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evidence-2-text">
            <a:extLst xmlns:a="http://schemas.openxmlformats.org/drawingml/2006/main">
              <a:ext uri="{FF2B5EF4-FFF2-40B4-BE49-F238E27FC236}">
                <a16:creationId xmlns:a16="http://schemas.microsoft.com/office/drawing/2014/main" id="{95611E7D-0B67-4B7E-AA53-31C1517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990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5E93"/>
                </a:solidFill>
                <a:latin typeface="Helvetica Neue"/>
                <a:ea typeface="Helvetica Neue"/>
                <a:cs typeface="Helvetica Neue"/>
              </a:defRPr>
            </a:pPr>
            <a:r>
              <a:t>A captured MPDU means
“the sniffer saw it.”</a:t>
            </a:r>
          </a:p>
        </p:txBody>
      </p:sp>
      <p:sp>
        <p:nvSpPr>
          <p:cNvPr id="11" name="evidence-3-bg">
            <a:extLst xmlns:a="http://schemas.openxmlformats.org/drawingml/2006/main">
              <a:ext uri="{FF2B5EF4-FFF2-40B4-BE49-F238E27FC236}">
                <a16:creationId xmlns:a16="http://schemas.microsoft.com/office/drawing/2014/main" id="{A93B6C32-4562-4853-A22D-F514684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evidence-3-text">
            <a:extLst xmlns:a="http://schemas.openxmlformats.org/drawingml/2006/main">
              <a:ext uri="{FF2B5EF4-FFF2-40B4-BE49-F238E27FC236}">
                <a16:creationId xmlns:a16="http://schemas.microsoft.com/office/drawing/2014/main" id="{F2928722-4FE4-42BB-A59F-628CAFD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990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Correlate both before drawing a conclusion.</a:t>
            </a:r>
          </a:p>
        </p:txBody>
      </p:sp>
    </p:spTree>
    <p:extLst>
      <p:ext uri="{BB962C8B-B14F-4D97-AF65-F5344CB8AC3E}">
        <p14:creationId xmlns:p14="http://schemas.microsoft.com/office/powerpoint/2010/main" val="98577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4">
            <a:extLst xmlns:a="http://schemas.openxmlformats.org/drawingml/2006/main">
              <a:ext uri="{FF2B5EF4-FFF2-40B4-BE49-F238E27FC236}">
                <a16:creationId xmlns:a16="http://schemas.microsoft.com/office/drawing/2014/main" id="{683164B5-4943-4158-8317-85FCA22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GETTING STARTED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FE837D4-D04B-47FC-A402-63B2973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Open all sessions—or follow one BA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0853EF6A-95C4-49FC-8915-730D46B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3857EA4E-5355-45D1-8962-A751F630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Actual local Wireshark development build; UI-only example.</a:t>
            </a:r>
          </a:p>
        </p:txBody>
      </p:sp>
      <p:sp>
        <p:nvSpPr>
          <p:cNvPr id="5" name="number-4">
            <a:extLst xmlns:a="http://schemas.openxmlformats.org/drawingml/2006/main">
              <a:ext uri="{FF2B5EF4-FFF2-40B4-BE49-F238E27FC236}">
                <a16:creationId xmlns:a16="http://schemas.microsoft.com/office/drawing/2014/main" id="{55194DF6-2CE1-4145-B7DE-7F19774A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c528995af450f"/>
          <a:srcRect xmlns:a="http://schemas.openxmlformats.org/drawingml/2006/main" l="13107" t="0" r="131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09700"/>
            <a:ext cx="5238750" cy="4000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954731eb54997"/>
          <a:srcRect xmlns:a="http://schemas.openxmlformats.org/drawingml/2006/main" l="15000" t="0" r="1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09700"/>
            <a:ext cx="5772150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open-all-bg">
            <a:extLst xmlns:a="http://schemas.openxmlformats.org/drawingml/2006/main">
              <a:ext uri="{FF2B5EF4-FFF2-40B4-BE49-F238E27FC236}">
                <a16:creationId xmlns:a16="http://schemas.microsoft.com/office/drawing/2014/main" id="{7914F9B6-EDA4-40DA-B912-C0FD3B2D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open-all-text">
            <a:extLst xmlns:a="http://schemas.openxmlformats.org/drawingml/2006/main">
              <a:ext uri="{FF2B5EF4-FFF2-40B4-BE49-F238E27FC236}">
                <a16:creationId xmlns:a16="http://schemas.microsoft.com/office/drawing/2014/main" id="{75E78B2F-219E-4F98-98A1-0FD2EB5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4419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Wireless → WLAN Block Ack Graph</a:t>
            </a:r>
          </a:p>
        </p:txBody>
      </p:sp>
      <p:sp>
        <p:nvSpPr>
          <p:cNvPr id="10" name="follow-one-bg">
            <a:extLst xmlns:a="http://schemas.openxmlformats.org/drawingml/2006/main">
              <a:ext uri="{FF2B5EF4-FFF2-40B4-BE49-F238E27FC236}">
                <a16:creationId xmlns:a16="http://schemas.microsoft.com/office/drawing/2014/main" id="{60DD7A57-0C45-42D6-BAB1-C86EF746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39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ollow-one-text">
            <a:extLst xmlns:a="http://schemas.openxmlformats.org/drawingml/2006/main">
              <a:ext uri="{FF2B5EF4-FFF2-40B4-BE49-F238E27FC236}">
                <a16:creationId xmlns:a16="http://schemas.microsoft.com/office/drawing/2014/main" id="{BEA94CDD-8280-42A8-960F-0E12F4F5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81600"/>
            <a:ext cx="504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 → Follow → WLAN Block Ack Session Graph</a:t>
            </a:r>
          </a:p>
        </p:txBody>
      </p:sp>
    </p:spTree>
    <p:extLst>
      <p:ext uri="{BB962C8B-B14F-4D97-AF65-F5344CB8AC3E}">
        <p14:creationId xmlns:p14="http://schemas.microsoft.com/office/powerpoint/2010/main" val="1956944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8CF0C1AD-7115-456B-A769-2A65F38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GETTING STARTED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E83740B-51C1-415F-B81A-D20548C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the BA pair, then the TID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C41627A8-A73D-4591-A466-77840E2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7615060D-BDA0-431F-B2EF-D782E2C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UI controls shown with a local review capture; interpretation examples use real captures.</a:t>
            </a:r>
          </a:p>
        </p:txBody>
      </p:sp>
      <p:sp>
        <p:nvSpPr>
          <p:cNvPr id="5" name="number-5">
            <a:extLst xmlns:a="http://schemas.openxmlformats.org/drawingml/2006/main">
              <a:ext uri="{FF2B5EF4-FFF2-40B4-BE49-F238E27FC236}">
                <a16:creationId xmlns:a16="http://schemas.microsoft.com/office/drawing/2014/main" id="{4368D8F0-5BE1-4967-B4CB-3CDCEE9D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022e7f59548e3"/>
          <a:stretch xmlns:a="http://schemas.openxmlformats.org/drawingml/2006/main"/>
        </p:blipFill>
        <p:spPr>
          <a:xfrm xmlns:a="http://schemas.openxmlformats.org/drawingml/2006/main">
            <a:off x="426644" y="1428750"/>
            <a:ext cx="11338712" cy="895350"/>
          </a:xfrm>
          <a:prstGeom xmlns:a="http://schemas.openxmlformats.org/drawingml/2006/main" prst="rect">
            <a:avLst/>
          </a:prstGeom>
        </p:spPr>
      </p:pic>
      <p:sp>
        <p:nvSpPr>
          <p:cNvPr id="7" name="pair-bg">
            <a:extLst xmlns:a="http://schemas.openxmlformats.org/drawingml/2006/main">
              <a:ext uri="{FF2B5EF4-FFF2-40B4-BE49-F238E27FC236}">
                <a16:creationId xmlns:a16="http://schemas.microsoft.com/office/drawing/2014/main" id="{21B5B064-A8EA-416C-8BF2-D23CEF92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air-text">
            <a:extLst xmlns:a="http://schemas.openxmlformats.org/drawingml/2006/main">
              <a:ext uri="{FF2B5EF4-FFF2-40B4-BE49-F238E27FC236}">
                <a16:creationId xmlns:a16="http://schemas.microsoft.com/office/drawing/2014/main" id="{3D338A17-C5FB-4430-A3FB-05E6FF09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48958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BA pair (TA → RA)
Sorted by total BA count across all TIDs.</a:t>
            </a:r>
          </a:p>
        </p:txBody>
      </p:sp>
      <p:sp>
        <p:nvSpPr>
          <p:cNvPr id="9" name="tid-bg">
            <a:extLst xmlns:a="http://schemas.openxmlformats.org/drawingml/2006/main">
              <a:ext uri="{FF2B5EF4-FFF2-40B4-BE49-F238E27FC236}">
                <a16:creationId xmlns:a16="http://schemas.microsoft.com/office/drawing/2014/main" id="{A1E754B7-D3A1-40EA-B998-56CE571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id-text">
            <a:extLst xmlns:a="http://schemas.openxmlformats.org/drawingml/2006/main">
              <a:ext uri="{FF2B5EF4-FFF2-40B4-BE49-F238E27FC236}">
                <a16:creationId xmlns:a16="http://schemas.microsoft.com/office/drawing/2014/main" id="{FE0F2713-D60C-47F8-A6E7-23204FE9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8958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TID
Sorted by BA count; each item shows BA and BAR totals.</a:t>
            </a:r>
          </a:p>
        </p:txBody>
      </p:sp>
      <p:sp>
        <p:nvSpPr>
          <p:cNvPr id="11" name="direction-note-text">
            <a:extLst xmlns:a="http://schemas.openxmlformats.org/drawingml/2006/main">
              <a:ext uri="{FF2B5EF4-FFF2-40B4-BE49-F238E27FC236}">
                <a16:creationId xmlns:a16="http://schemas.microsoft.com/office/drawing/2014/main" id="{F5ECF5D6-51A1-4A24-ABA3-3DF4D29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Direction follows the BA response. BARs and matching QoS Data are normalized into that session.</a:t>
            </a:r>
          </a:p>
        </p:txBody>
      </p:sp>
    </p:spTree>
    <p:extLst>
      <p:ext uri="{BB962C8B-B14F-4D97-AF65-F5344CB8AC3E}">
        <p14:creationId xmlns:p14="http://schemas.microsoft.com/office/powerpoint/2010/main" val="289361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6">
            <a:extLst xmlns:a="http://schemas.openxmlformats.org/drawingml/2006/main">
              <a:ext uri="{FF2B5EF4-FFF2-40B4-BE49-F238E27FC236}">
                <a16:creationId xmlns:a16="http://schemas.microsoft.com/office/drawing/2014/main" id="{C6DCBACE-733B-4887-8B9E-5E3CC32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NORMAL CASE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351B4DE-43F5-4520-B7F4-03A177BD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Read time first, then sequence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E30F5EB6-F321-4DCE-B329-4B08569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6504D5DE-14D3-4EF0-91A0-E0681A3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4.4 s excerpt</a:t>
            </a:r>
          </a:p>
        </p:txBody>
      </p:sp>
      <p:sp>
        <p:nvSpPr>
          <p:cNvPr id="5" name="number-6">
            <a:extLst xmlns:a="http://schemas.openxmlformats.org/drawingml/2006/main">
              <a:ext uri="{FF2B5EF4-FFF2-40B4-BE49-F238E27FC236}">
                <a16:creationId xmlns:a16="http://schemas.microsoft.com/office/drawing/2014/main" id="{C8002173-2D2C-4472-A016-8D8ECC30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369faa90e4bb2"/>
          <a:srcRect xmlns:a="http://schemas.openxmlformats.org/drawingml/2006/main" l="0" t="12248" r="0" b="12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52550"/>
            <a:ext cx="113538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axis-y-bg">
            <a:extLst xmlns:a="http://schemas.openxmlformats.org/drawingml/2006/main">
              <a:ext uri="{FF2B5EF4-FFF2-40B4-BE49-F238E27FC236}">
                <a16:creationId xmlns:a16="http://schemas.microsoft.com/office/drawing/2014/main" id="{4531B9DC-817F-4CF7-82CC-16F2E289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495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xis-y-text">
            <a:extLst xmlns:a="http://schemas.openxmlformats.org/drawingml/2006/main">
              <a:ext uri="{FF2B5EF4-FFF2-40B4-BE49-F238E27FC236}">
                <a16:creationId xmlns:a16="http://schemas.microsoft.com/office/drawing/2014/main" id="{C3846C47-81B9-4366-B2F5-3953121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52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59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Y · sequence number
labels modulo 4096</a:t>
            </a:r>
          </a:p>
        </p:txBody>
      </p:sp>
      <p:sp>
        <p:nvSpPr>
          <p:cNvPr id="9" name="axis-x-bg">
            <a:extLst xmlns:a="http://schemas.openxmlformats.org/drawingml/2006/main">
              <a:ext uri="{FF2B5EF4-FFF2-40B4-BE49-F238E27FC236}">
                <a16:creationId xmlns:a16="http://schemas.microsoft.com/office/drawing/2014/main" id="{5AA6D1EA-EFE5-4DE8-870A-08E03FAE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724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xis-x-text">
            <a:extLst xmlns:a="http://schemas.openxmlformats.org/drawingml/2006/main">
              <a:ext uri="{FF2B5EF4-FFF2-40B4-BE49-F238E27FC236}">
                <a16:creationId xmlns:a16="http://schemas.microsoft.com/office/drawing/2014/main" id="{9FB51F26-2CD9-4934-96EE-F0F69866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24475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13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X · capture-relative time</a:t>
            </a:r>
          </a:p>
        </p:txBody>
      </p:sp>
    </p:spTree>
    <p:extLst>
      <p:ext uri="{BB962C8B-B14F-4D97-AF65-F5344CB8AC3E}">
        <p14:creationId xmlns:p14="http://schemas.microsoft.com/office/powerpoint/2010/main" val="1161472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19FD336D-335F-4FEE-911D-F3924469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NORMAL CASE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F243420-F516-48BA-851D-6D3DCF3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Blue starts the window; orange ends it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158D4A90-3402-40E2-AC0B-25831374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E5CDB589-4E9A-49BB-B64F-5E11378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excerpt</a:t>
            </a:r>
          </a:p>
        </p:txBody>
      </p:sp>
      <p:sp>
        <p:nvSpPr>
          <p:cNvPr id="5" name="number-7">
            <a:extLst xmlns:a="http://schemas.openxmlformats.org/drawingml/2006/main">
              <a:ext uri="{FF2B5EF4-FFF2-40B4-BE49-F238E27FC236}">
                <a16:creationId xmlns:a16="http://schemas.microsoft.com/office/drawing/2014/main" id="{45C748AE-85C4-4B63-9B1A-2F337C5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880fc8ff474d"/>
          <a:srcRect xmlns:a="http://schemas.openxmlformats.org/drawingml/2006/main" l="4444" t="0" r="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810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ssn-key-symbol">
            <a:extLst xmlns:a="http://schemas.openxmlformats.org/drawingml/2006/main">
              <a:ext uri="{FF2B5EF4-FFF2-40B4-BE49-F238E27FC236}">
                <a16:creationId xmlns:a16="http://schemas.microsoft.com/office/drawing/2014/main" id="{0FE5E72C-F1C9-4C67-BBE8-A4B9BFD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B5E93"/>
                </a:solidFill>
                <a:latin typeface="Helvetica Neue"/>
                <a:ea typeface="Helvetica Neue"/>
                <a:cs typeface="Helvetica Neue"/>
              </a:defRPr>
            </a:pPr>
            <a:r>
              <a:t>●</a:t>
            </a:r>
          </a:p>
        </p:txBody>
      </p:sp>
      <p:sp>
        <p:nvSpPr>
          <p:cNvPr id="8" name="ssn-key-label">
            <a:extLst xmlns:a="http://schemas.openxmlformats.org/drawingml/2006/main">
              <a:ext uri="{FF2B5EF4-FFF2-40B4-BE49-F238E27FC236}">
                <a16:creationId xmlns:a16="http://schemas.microsoft.com/office/drawing/2014/main" id="{87F62407-FDB8-42D2-BA0D-B4AF8108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33575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BA starting sequence (SSN)</a:t>
            </a:r>
          </a:p>
        </p:txBody>
      </p:sp>
      <p:sp>
        <p:nvSpPr>
          <p:cNvPr id="9" name="upper-key-symbol">
            <a:extLst xmlns:a="http://schemas.openxmlformats.org/drawingml/2006/main">
              <a:ext uri="{FF2B5EF4-FFF2-40B4-BE49-F238E27FC236}">
                <a16:creationId xmlns:a16="http://schemas.microsoft.com/office/drawing/2014/main" id="{6217536D-9EDC-4F4C-AF20-2002F7F0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46700"/>
                </a:solidFill>
                <a:latin typeface="Helvetica Neue"/>
                <a:ea typeface="Helvetica Neue"/>
                <a:cs typeface="Helvetica Neue"/>
              </a:defRPr>
            </a:pPr>
            <a:r>
              <a:t>●</a:t>
            </a:r>
          </a:p>
        </p:txBody>
      </p:sp>
      <p:sp>
        <p:nvSpPr>
          <p:cNvPr id="10" name="upper-key-label">
            <a:extLst xmlns:a="http://schemas.openxmlformats.org/drawingml/2006/main">
              <a:ext uri="{FF2B5EF4-FFF2-40B4-BE49-F238E27FC236}">
                <a16:creationId xmlns:a16="http://schemas.microsoft.com/office/drawing/2014/main" id="{D92B8317-469C-4898-846B-341A524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76525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Window upper bound</a:t>
            </a:r>
          </a:p>
        </p:txBody>
      </p:sp>
      <p:sp>
        <p:nvSpPr>
          <p:cNvPr id="11" name="window-rule-bg">
            <a:extLst xmlns:a="http://schemas.openxmlformats.org/drawingml/2006/main">
              <a:ext uri="{FF2B5EF4-FFF2-40B4-BE49-F238E27FC236}">
                <a16:creationId xmlns:a16="http://schemas.microsoft.com/office/drawing/2014/main" id="{6DF621DF-863E-49F4-A312-BC0EB5AE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window-rule-text">
            <a:extLst xmlns:a="http://schemas.openxmlformats.org/drawingml/2006/main">
              <a:ext uri="{FF2B5EF4-FFF2-40B4-BE49-F238E27FC236}">
                <a16:creationId xmlns:a16="http://schemas.microsoft.com/office/drawing/2014/main" id="{38FF00CC-E354-46DF-8E12-7686E028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25146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Upper bound = SSN + number of bitmap sequence positions</a:t>
            </a:r>
          </a:p>
        </p:txBody>
      </p:sp>
    </p:spTree>
    <p:extLst>
      <p:ext uri="{BB962C8B-B14F-4D97-AF65-F5344CB8AC3E}">
        <p14:creationId xmlns:p14="http://schemas.microsoft.com/office/powerpoint/2010/main" val="1797152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8">
            <a:extLst xmlns:a="http://schemas.openxmlformats.org/drawingml/2006/main">
              <a:ext uri="{FF2B5EF4-FFF2-40B4-BE49-F238E27FC236}">
                <a16:creationId xmlns:a16="http://schemas.microsoft.com/office/drawing/2014/main" id="{EE524FFD-A5E9-4F83-84F8-DDC9A431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NORMAL CASE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F32C5E9-FA62-4E9A-B717-D43BA830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Shape separates BARs from captured MPDUs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9275987B-65E0-4284-A361-B24A599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5D73812A-7756-42FB-9710-7D63C57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excerpt</a:t>
            </a:r>
          </a:p>
        </p:txBody>
      </p:sp>
      <p:sp>
        <p:nvSpPr>
          <p:cNvPr id="5" name="number-8">
            <a:extLst xmlns:a="http://schemas.openxmlformats.org/drawingml/2006/main">
              <a:ext uri="{FF2B5EF4-FFF2-40B4-BE49-F238E27FC236}">
                <a16:creationId xmlns:a16="http://schemas.microsoft.com/office/drawing/2014/main" id="{07A19768-B3C1-440F-998E-23690282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83985bd294111"/>
          <a:srcRect xmlns:a="http://schemas.openxmlformats.org/drawingml/2006/main" l="4444" t="0" r="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810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bar-key-symbol">
            <a:extLst xmlns:a="http://schemas.openxmlformats.org/drawingml/2006/main">
              <a:ext uri="{FF2B5EF4-FFF2-40B4-BE49-F238E27FC236}">
                <a16:creationId xmlns:a16="http://schemas.microsoft.com/office/drawing/2014/main" id="{5B19DC60-3CFA-4842-90FE-824C565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D3FA6"/>
                </a:solidFill>
                <a:latin typeface="Helvetica Neue"/>
                <a:ea typeface="Helvetica Neue"/>
                <a:cs typeface="Helvetica Neue"/>
              </a:defRPr>
            </a:pPr>
            <a:r>
              <a:t>△</a:t>
            </a:r>
          </a:p>
        </p:txBody>
      </p:sp>
      <p:sp>
        <p:nvSpPr>
          <p:cNvPr id="8" name="bar-key-label">
            <a:extLst xmlns:a="http://schemas.openxmlformats.org/drawingml/2006/main">
              <a:ext uri="{FF2B5EF4-FFF2-40B4-BE49-F238E27FC236}">
                <a16:creationId xmlns:a16="http://schemas.microsoft.com/office/drawing/2014/main" id="{89062AA2-69AF-434A-8A70-09C6DAB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05025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BAR starting sequence</a:t>
            </a:r>
          </a:p>
        </p:txBody>
      </p:sp>
      <p:sp>
        <p:nvSpPr>
          <p:cNvPr id="9" name="mpdu-key-symbol">
            <a:extLst xmlns:a="http://schemas.openxmlformats.org/drawingml/2006/main">
              <a:ext uri="{FF2B5EF4-FFF2-40B4-BE49-F238E27FC236}">
                <a16:creationId xmlns:a16="http://schemas.microsoft.com/office/drawing/2014/main" id="{48449261-9FC0-447E-B74B-03B8DF6A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B51A"/>
                </a:solidFill>
                <a:latin typeface="Helvetica Neue"/>
                <a:ea typeface="Helvetica Neue"/>
                <a:cs typeface="Helvetica Neue"/>
              </a:defRPr>
            </a:pPr>
            <a:r>
              <a:t>◆</a:t>
            </a:r>
          </a:p>
        </p:txBody>
      </p:sp>
      <p:sp>
        <p:nvSpPr>
          <p:cNvPr id="10" name="mpdu-key-label">
            <a:extLst xmlns:a="http://schemas.openxmlformats.org/drawingml/2006/main">
              <a:ext uri="{FF2B5EF4-FFF2-40B4-BE49-F238E27FC236}">
                <a16:creationId xmlns:a16="http://schemas.microsoft.com/office/drawing/2014/main" id="{3CAE997B-7A54-46BF-B14E-1B51818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86075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63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Captured QoS Data MPDU</a:t>
            </a:r>
          </a:p>
        </p:txBody>
      </p:sp>
      <p:sp>
        <p:nvSpPr>
          <p:cNvPr id="11" name="mpdu-caution-bg">
            <a:extLst xmlns:a="http://schemas.openxmlformats.org/drawingml/2006/main">
              <a:ext uri="{FF2B5EF4-FFF2-40B4-BE49-F238E27FC236}">
                <a16:creationId xmlns:a16="http://schemas.microsoft.com/office/drawing/2014/main" id="{B94A060D-E743-4997-A926-20BBD361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990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pdu-caution-text">
            <a:extLst xmlns:a="http://schemas.openxmlformats.org/drawingml/2006/main">
              <a:ext uri="{FF2B5EF4-FFF2-40B4-BE49-F238E27FC236}">
                <a16:creationId xmlns:a16="http://schemas.microsoft.com/office/drawing/2014/main" id="{AD16B61F-A71D-4C1D-84EF-6C852B8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2647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Gold proves capture presence—not receiver delivery.</a:t>
            </a:r>
          </a:p>
        </p:txBody>
      </p:sp>
    </p:spTree>
    <p:extLst>
      <p:ext uri="{BB962C8B-B14F-4D97-AF65-F5344CB8AC3E}">
        <p14:creationId xmlns:p14="http://schemas.microsoft.com/office/powerpoint/2010/main" val="7617517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9">
            <a:extLst xmlns:a="http://schemas.openxmlformats.org/drawingml/2006/main">
              <a:ext uri="{FF2B5EF4-FFF2-40B4-BE49-F238E27FC236}">
                <a16:creationId xmlns:a16="http://schemas.microsoft.com/office/drawing/2014/main" id="{37A08F7D-3A79-4724-9F8F-0A44CEA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NORMAL CASE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BC8906C-613F-42C8-95D5-0D154D5D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Green dots are the BA bitmap’s set positions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7D053038-B12F-44D2-91A4-9094B30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9">
            <a:extLst xmlns:a="http://schemas.openxmlformats.org/drawingml/2006/main">
              <a:ext uri="{FF2B5EF4-FFF2-40B4-BE49-F238E27FC236}">
                <a16:creationId xmlns:a16="http://schemas.microsoft.com/office/drawing/2014/main" id="{0C0B2C5C-8930-4DF0-8FAB-22029EF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interactive normal replay</a:t>
            </a:r>
          </a:p>
        </p:txBody>
      </p:sp>
      <p:sp>
        <p:nvSpPr>
          <p:cNvPr id="5" name="number-9">
            <a:extLst xmlns:a="http://schemas.openxmlformats.org/drawingml/2006/main">
              <a:ext uri="{FF2B5EF4-FFF2-40B4-BE49-F238E27FC236}">
                <a16:creationId xmlns:a16="http://schemas.microsoft.com/office/drawing/2014/main" id="{1CE28ACF-DAF0-442C-83FC-8AB431EF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11cff6ce34233"/>
          <a:srcRect xmlns:a="http://schemas.openxmlformats.org/drawingml/2006/main" l="0" t="10208" r="0" b="10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239000" cy="4762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d99a50d4640d9"/>
          <a:srcRect xmlns:a="http://schemas.openxmlformats.org/drawingml/2006/main" l="6162" t="0" r="61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1381125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set-toggle-bg">
            <a:extLst xmlns:a="http://schemas.openxmlformats.org/drawingml/2006/main">
              <a:ext uri="{FF2B5EF4-FFF2-40B4-BE49-F238E27FC236}">
                <a16:creationId xmlns:a16="http://schemas.microsoft.com/office/drawing/2014/main" id="{7DDB0A9F-D6C2-4468-8C98-890936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333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et-toggle-text">
            <a:extLst xmlns:a="http://schemas.openxmlformats.org/drawingml/2006/main">
              <a:ext uri="{FF2B5EF4-FFF2-40B4-BE49-F238E27FC236}">
                <a16:creationId xmlns:a16="http://schemas.microsoft.com/office/drawing/2014/main" id="{E520D69A-8864-4738-9B88-4F67C29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2990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Clear “Show bitmap set” when dense green evidence hides the core traces.</a:t>
            </a:r>
          </a:p>
        </p:txBody>
      </p:sp>
    </p:spTree>
    <p:extLst>
      <p:ext uri="{BB962C8B-B14F-4D97-AF65-F5344CB8AC3E}">
        <p14:creationId xmlns:p14="http://schemas.microsoft.com/office/powerpoint/2010/main" val="204462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0">
            <a:extLst xmlns:a="http://schemas.openxmlformats.org/drawingml/2006/main">
              <a:ext uri="{FF2B5EF4-FFF2-40B4-BE49-F238E27FC236}">
                <a16:creationId xmlns:a16="http://schemas.microsoft.com/office/drawing/2014/main" id="{6D62E312-3F5E-42D8-BB86-D369497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NORMAL CASE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1F515A6-223B-427B-BB7E-BA8BC01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healthy session climbs like a staircase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A0FE26C2-906E-46A5-89ED-1396294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0">
            <a:extLst xmlns:a="http://schemas.openxmlformats.org/drawingml/2006/main">
              <a:ext uri="{FF2B5EF4-FFF2-40B4-BE49-F238E27FC236}">
                <a16:creationId xmlns:a16="http://schemas.microsoft.com/office/drawing/2014/main" id="{3354831A-DFCA-4ACA-A062-45F9C10A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29 BA · 5 BAR · 213 matching MPDUs</a:t>
            </a:r>
          </a:p>
        </p:txBody>
      </p:sp>
      <p:sp>
        <p:nvSpPr>
          <p:cNvPr id="5" name="number-10">
            <a:extLst xmlns:a="http://schemas.openxmlformats.org/drawingml/2006/main">
              <a:ext uri="{FF2B5EF4-FFF2-40B4-BE49-F238E27FC236}">
                <a16:creationId xmlns:a16="http://schemas.microsoft.com/office/drawing/2014/main" id="{69BC2C3E-E014-434C-A8D5-DFEA021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aae3aca1d40bd"/>
          <a:stretch xmlns:a="http://schemas.openxmlformats.org/drawingml/2006/main"/>
        </p:blipFill>
        <p:spPr>
          <a:xfrm xmlns:a="http://schemas.openxmlformats.org/drawingml/2006/main">
            <a:off x="1724025" y="1333500"/>
            <a:ext cx="874395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healthy-stat-bg">
            <a:extLst xmlns:a="http://schemas.openxmlformats.org/drawingml/2006/main">
              <a:ext uri="{FF2B5EF4-FFF2-40B4-BE49-F238E27FC236}">
                <a16:creationId xmlns:a16="http://schemas.microsoft.com/office/drawing/2014/main" id="{5FE28FE6-5CA6-4CD4-BBB8-7101963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571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healthy-stat-text">
            <a:extLst xmlns:a="http://schemas.openxmlformats.org/drawingml/2006/main">
              <a:ext uri="{FF2B5EF4-FFF2-40B4-BE49-F238E27FC236}">
                <a16:creationId xmlns:a16="http://schemas.microsoft.com/office/drawing/2014/main" id="{4FBFBFFF-D3DB-4D59-9941-9832A32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28800"/>
            <a:ext cx="22288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5E93"/>
                </a:solidFill>
                <a:latin typeface="Helvetica Neue"/>
                <a:ea typeface="Helvetica Neue"/>
                <a:cs typeface="Helvetica Neue"/>
              </a:defRPr>
            </a:pPr>
            <a:r>
              <a:t>SSN 4 → 101
in 4.4 seconds</a:t>
            </a:r>
          </a:p>
        </p:txBody>
      </p:sp>
    </p:spTree>
    <p:extLst>
      <p:ext uri="{BB962C8B-B14F-4D97-AF65-F5344CB8AC3E}">
        <p14:creationId xmlns:p14="http://schemas.microsoft.com/office/powerpoint/2010/main" val="1973203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1">
            <a:extLst xmlns:a="http://schemas.openxmlformats.org/drawingml/2006/main">
              <a:ext uri="{FF2B5EF4-FFF2-40B4-BE49-F238E27FC236}">
                <a16:creationId xmlns:a16="http://schemas.microsoft.com/office/drawing/2014/main" id="{345286E7-054F-4D31-918A-C594F9C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CONTROLS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DD134AB-1139-49A7-95A3-68A7C45D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Labels show SSN; deltas show BA spacing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5A2E9FDC-4D86-4724-962D-1ED9917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1">
            <a:extLst xmlns:a="http://schemas.openxmlformats.org/drawingml/2006/main">
              <a:ext uri="{FF2B5EF4-FFF2-40B4-BE49-F238E27FC236}">
                <a16:creationId xmlns:a16="http://schemas.microsoft.com/office/drawing/2014/main" id="{0108FF81-2AB4-4556-863D-BF3B7C6F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excerpt</a:t>
            </a:r>
          </a:p>
        </p:txBody>
      </p:sp>
      <p:sp>
        <p:nvSpPr>
          <p:cNvPr id="5" name="number-11">
            <a:extLst xmlns:a="http://schemas.openxmlformats.org/drawingml/2006/main">
              <a:ext uri="{FF2B5EF4-FFF2-40B4-BE49-F238E27FC236}">
                <a16:creationId xmlns:a16="http://schemas.microsoft.com/office/drawing/2014/main" id="{9194095F-90E2-4BDB-B560-F133DEF0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b243cdbbc4638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8001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delta-1-bg">
            <a:extLst xmlns:a="http://schemas.openxmlformats.org/drawingml/2006/main">
              <a:ext uri="{FF2B5EF4-FFF2-40B4-BE49-F238E27FC236}">
                <a16:creationId xmlns:a16="http://schemas.microsoft.com/office/drawing/2014/main" id="{830C1764-55C6-41C6-92FF-7BE41C16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647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elta-1-text">
            <a:extLst xmlns:a="http://schemas.openxmlformats.org/drawingml/2006/main">
              <a:ext uri="{FF2B5EF4-FFF2-40B4-BE49-F238E27FC236}">
                <a16:creationId xmlns:a16="http://schemas.microsoft.com/office/drawing/2014/main" id="{08F232C7-CAF9-40F4-827E-1859889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2305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5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SSN labels
wrapped 12-bit values</a:t>
            </a:r>
          </a:p>
        </p:txBody>
      </p:sp>
      <p:sp>
        <p:nvSpPr>
          <p:cNvPr id="9" name="delta-2-bg">
            <a:extLst xmlns:a="http://schemas.openxmlformats.org/drawingml/2006/main">
              <a:ext uri="{FF2B5EF4-FFF2-40B4-BE49-F238E27FC236}">
                <a16:creationId xmlns:a16="http://schemas.microsoft.com/office/drawing/2014/main" id="{7501C680-803A-456E-9C56-0ADC6EA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delta-2-text">
            <a:extLst xmlns:a="http://schemas.openxmlformats.org/drawingml/2006/main">
              <a:ext uri="{FF2B5EF4-FFF2-40B4-BE49-F238E27FC236}">
                <a16:creationId xmlns:a16="http://schemas.microsoft.com/office/drawing/2014/main" id="{44B85647-406B-4EB9-84C7-E12D85B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3050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BA time deltas
960.2 ms · 516.7 ms · 421.4 ms</a:t>
            </a:r>
          </a:p>
        </p:txBody>
      </p:sp>
    </p:spTree>
    <p:extLst>
      <p:ext uri="{BB962C8B-B14F-4D97-AF65-F5344CB8AC3E}">
        <p14:creationId xmlns:p14="http://schemas.microsoft.com/office/powerpoint/2010/main" val="13442064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2">
            <a:extLst xmlns:a="http://schemas.openxmlformats.org/drawingml/2006/main">
              <a:ext uri="{FF2B5EF4-FFF2-40B4-BE49-F238E27FC236}">
                <a16:creationId xmlns:a16="http://schemas.microsoft.com/office/drawing/2014/main" id="{2D03FBC1-1669-4FB2-AB8E-C50D7B1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CONTROLS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0386CDB-5A44-4377-89D2-920B4D3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Click a marker to jump to its packet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902D16AB-F3F4-4508-B899-20D914C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2">
            <a:extLst xmlns:a="http://schemas.openxmlformats.org/drawingml/2006/main">
              <a:ext uri="{FF2B5EF4-FFF2-40B4-BE49-F238E27FC236}">
                <a16:creationId xmlns:a16="http://schemas.microsoft.com/office/drawing/2014/main" id="{4C465EF6-4E3B-4535-9C35-5CBEFC70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Actual local Wireshark graph UI; click behavior is packet-linked.</a:t>
            </a:r>
          </a:p>
        </p:txBody>
      </p:sp>
      <p:sp>
        <p:nvSpPr>
          <p:cNvPr id="5" name="number-12">
            <a:extLst xmlns:a="http://schemas.openxmlformats.org/drawingml/2006/main">
              <a:ext uri="{FF2B5EF4-FFF2-40B4-BE49-F238E27FC236}">
                <a16:creationId xmlns:a16="http://schemas.microsoft.com/office/drawing/2014/main" id="{07B6DEC5-A742-448B-863C-63C87A4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33470a5834a7c"/>
          <a:srcRect xmlns:a="http://schemas.openxmlformats.org/drawingml/2006/main" l="10217" t="0" r="102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810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click-detail-bg">
            <a:extLst xmlns:a="http://schemas.openxmlformats.org/drawingml/2006/main">
              <a:ext uri="{FF2B5EF4-FFF2-40B4-BE49-F238E27FC236}">
                <a16:creationId xmlns:a16="http://schemas.microsoft.com/office/drawing/2014/main" id="{6731DC78-4EF1-47A6-B6F3-C415F9C0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lick-detail-text">
            <a:extLst xmlns:a="http://schemas.openxmlformats.org/drawingml/2006/main">
              <a:ext uri="{FF2B5EF4-FFF2-40B4-BE49-F238E27FC236}">
                <a16:creationId xmlns:a16="http://schemas.microsoft.com/office/drawing/2014/main" id="{B373EEAB-A1B8-481E-B5D4-611AF6C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1460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The detail line reports:
• frame
• wrapped + unwrapped sequence
• bitmap or lifetime facts</a:t>
            </a:r>
          </a:p>
        </p:txBody>
      </p:sp>
      <p:sp>
        <p:nvSpPr>
          <p:cNvPr id="9" name="click-result-bg">
            <a:extLst xmlns:a="http://schemas.openxmlformats.org/drawingml/2006/main">
              <a:ext uri="{FF2B5EF4-FFF2-40B4-BE49-F238E27FC236}">
                <a16:creationId xmlns:a16="http://schemas.microsoft.com/office/drawing/2014/main" id="{6BAFDD6B-980C-4EF5-8E9E-4DEC1DD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lick-result-text">
            <a:extLst xmlns:a="http://schemas.openxmlformats.org/drawingml/2006/main">
              <a:ext uri="{FF2B5EF4-FFF2-40B4-BE49-F238E27FC236}">
                <a16:creationId xmlns:a16="http://schemas.microsoft.com/office/drawing/2014/main" id="{22CED883-BB71-4098-B7D0-3BA17082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514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Wireshark moves the packet list to the source frame.</a:t>
            </a:r>
          </a:p>
        </p:txBody>
      </p:sp>
    </p:spTree>
    <p:extLst>
      <p:ext uri="{BB962C8B-B14F-4D97-AF65-F5344CB8AC3E}">
        <p14:creationId xmlns:p14="http://schemas.microsoft.com/office/powerpoint/2010/main" val="2141672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3">
            <a:extLst xmlns:a="http://schemas.openxmlformats.org/drawingml/2006/main">
              <a:ext uri="{FF2B5EF4-FFF2-40B4-BE49-F238E27FC236}">
                <a16:creationId xmlns:a16="http://schemas.microsoft.com/office/drawing/2014/main" id="{5D6DCF92-7C29-497F-8F9C-4AE3D30A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CONTROLS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514726D-D5B3-454A-A348-2E79200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Zoom selects; Drag preserves context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5C3BBD27-2411-44DA-8165-4722EB0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3">
            <a:extLst xmlns:a="http://schemas.openxmlformats.org/drawingml/2006/main">
              <a:ext uri="{FF2B5EF4-FFF2-40B4-BE49-F238E27FC236}">
                <a16:creationId xmlns:a16="http://schemas.microsoft.com/office/drawing/2014/main" id="{CD3E205F-C609-4C71-9FB6-A2DA87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Actual local Wireshark graph UI; the real-data examples use the same controls.</a:t>
            </a:r>
          </a:p>
        </p:txBody>
      </p:sp>
      <p:sp>
        <p:nvSpPr>
          <p:cNvPr id="5" name="number-13">
            <a:extLst xmlns:a="http://schemas.openxmlformats.org/drawingml/2006/main">
              <a:ext uri="{FF2B5EF4-FFF2-40B4-BE49-F238E27FC236}">
                <a16:creationId xmlns:a16="http://schemas.microsoft.com/office/drawing/2014/main" id="{C8DAE76F-1594-4B7C-95E6-C96155E0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44029670d492e"/>
          <a:srcRect xmlns:a="http://schemas.openxmlformats.org/drawingml/2006/main" l="10492" t="0" r="10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810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zoom-mode-bg">
            <a:extLst xmlns:a="http://schemas.openxmlformats.org/drawingml/2006/main">
              <a:ext uri="{FF2B5EF4-FFF2-40B4-BE49-F238E27FC236}">
                <a16:creationId xmlns:a16="http://schemas.microsoft.com/office/drawing/2014/main" id="{1DD1A227-906C-49A4-B33B-CB6D5354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zoom-mode-text">
            <a:extLst xmlns:a="http://schemas.openxmlformats.org/drawingml/2006/main">
              <a:ext uri="{FF2B5EF4-FFF2-40B4-BE49-F238E27FC236}">
                <a16:creationId xmlns:a16="http://schemas.microsoft.com/office/drawing/2014/main" id="{45A4527C-C15B-47FE-88E4-F44A6A00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2514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Zoom
Drag a rectangle across the plot.</a:t>
            </a:r>
          </a:p>
        </p:txBody>
      </p:sp>
      <p:sp>
        <p:nvSpPr>
          <p:cNvPr id="9" name="drag-mode-bg">
            <a:extLst xmlns:a="http://schemas.openxmlformats.org/drawingml/2006/main">
              <a:ext uri="{FF2B5EF4-FFF2-40B4-BE49-F238E27FC236}">
                <a16:creationId xmlns:a16="http://schemas.microsoft.com/office/drawing/2014/main" id="{718FA31D-E83B-45F8-A00E-EE803F4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drag-mode-text">
            <a:extLst xmlns:a="http://schemas.openxmlformats.org/drawingml/2006/main">
              <a:ext uri="{FF2B5EF4-FFF2-40B4-BE49-F238E27FC236}">
                <a16:creationId xmlns:a16="http://schemas.microsoft.com/office/drawing/2014/main" id="{871AE8C3-69A3-4F3D-91F2-AD14002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1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Drag
Pan the current viewport.</a:t>
            </a:r>
          </a:p>
        </p:txBody>
      </p:sp>
      <p:sp>
        <p:nvSpPr>
          <p:cNvPr id="11" name="zoom-reset-bg">
            <a:extLst xmlns:a="http://schemas.openxmlformats.org/drawingml/2006/main">
              <a:ext uri="{FF2B5EF4-FFF2-40B4-BE49-F238E27FC236}">
                <a16:creationId xmlns:a16="http://schemas.microsoft.com/office/drawing/2014/main" id="{0D0B31E8-B8D6-4302-9D6A-1D6CC1B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zoom-reset-text">
            <a:extLst xmlns:a="http://schemas.openxmlformats.org/drawingml/2006/main">
              <a:ext uri="{FF2B5EF4-FFF2-40B4-BE49-F238E27FC236}">
                <a16:creationId xmlns:a16="http://schemas.microsoft.com/office/drawing/2014/main" id="{3BAAF28F-6DBB-4CF5-A8CF-B817F53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48200"/>
            <a:ext cx="2514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Wheel scales · Reset Graph refits the session</a:t>
            </a:r>
          </a:p>
        </p:txBody>
      </p:sp>
    </p:spTree>
    <p:extLst>
      <p:ext uri="{BB962C8B-B14F-4D97-AF65-F5344CB8AC3E}">
        <p14:creationId xmlns:p14="http://schemas.microsoft.com/office/powerpoint/2010/main" val="68742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4">
            <a:extLst xmlns:a="http://schemas.openxmlformats.org/drawingml/2006/main">
              <a:ext uri="{FF2B5EF4-FFF2-40B4-BE49-F238E27FC236}">
                <a16:creationId xmlns:a16="http://schemas.microsoft.com/office/drawing/2014/main" id="{69A7352E-5711-47AF-8DA9-E9A7118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CONTROLS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D0E99E4B-DC16-4C9F-9C7D-B023F37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The summary follows the visible range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A328A7EE-7EA4-4D35-83BB-0A544EF4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4">
            <a:extLst xmlns:a="http://schemas.openxmlformats.org/drawingml/2006/main">
              <a:ext uri="{FF2B5EF4-FFF2-40B4-BE49-F238E27FC236}">
                <a16:creationId xmlns:a16="http://schemas.microsoft.com/office/drawing/2014/main" id="{DDE07E45-BF40-4344-8F17-32CF2E45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interactive normal replay</a:t>
            </a:r>
          </a:p>
        </p:txBody>
      </p:sp>
      <p:sp>
        <p:nvSpPr>
          <p:cNvPr id="5" name="number-14">
            <a:extLst xmlns:a="http://schemas.openxmlformats.org/drawingml/2006/main">
              <a:ext uri="{FF2B5EF4-FFF2-40B4-BE49-F238E27FC236}">
                <a16:creationId xmlns:a16="http://schemas.microsoft.com/office/drawing/2014/main" id="{21A141D4-FE79-4496-934C-421067A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de6ed90144b8a"/>
          <a:srcRect xmlns:a="http://schemas.openxmlformats.org/drawingml/2006/main" l="0" t="27349" r="0" b="273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113538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duration-bg">
            <a:extLst xmlns:a="http://schemas.openxmlformats.org/drawingml/2006/main">
              <a:ext uri="{FF2B5EF4-FFF2-40B4-BE49-F238E27FC236}">
                <a16:creationId xmlns:a16="http://schemas.microsoft.com/office/drawing/2014/main" id="{A75ACE93-42A6-4849-A766-95E8C7D1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duration-text">
            <a:extLst xmlns:a="http://schemas.openxmlformats.org/drawingml/2006/main">
              <a:ext uri="{FF2B5EF4-FFF2-40B4-BE49-F238E27FC236}">
                <a16:creationId xmlns:a16="http://schemas.microsoft.com/office/drawing/2014/main" id="{F924BEC2-C021-4B02-B5C2-A029D50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1336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E93"/>
                </a:solidFill>
                <a:latin typeface="Helvetica Neue"/>
                <a:ea typeface="Helvetica Neue"/>
                <a:cs typeface="Helvetica Neue"/>
              </a:defRPr>
            </a:pPr>
            <a:r>
              <a:t>DISPLAYED SPAN</a:t>
            </a:r>
          </a:p>
        </p:txBody>
      </p:sp>
      <p:sp>
        <p:nvSpPr>
          <p:cNvPr id="9" name="counts-bg">
            <a:extLst xmlns:a="http://schemas.openxmlformats.org/drawingml/2006/main">
              <a:ext uri="{FF2B5EF4-FFF2-40B4-BE49-F238E27FC236}">
                <a16:creationId xmlns:a16="http://schemas.microsoft.com/office/drawing/2014/main" id="{B9C22CA0-D6EC-4F23-B16B-D1EE595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unts-text">
            <a:extLst xmlns:a="http://schemas.openxmlformats.org/drawingml/2006/main">
              <a:ext uri="{FF2B5EF4-FFF2-40B4-BE49-F238E27FC236}">
                <a16:creationId xmlns:a16="http://schemas.microsoft.com/office/drawing/2014/main" id="{77558CAE-DE0A-49C5-938E-426DE677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91050"/>
            <a:ext cx="2990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EVENTS CURRENTLY IN VIEW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a31c07585458c"/>
          <a:stretch xmlns:a="http://schemas.openxmlformats.org/drawingml/2006/main"/>
        </p:blipFill>
        <p:spPr>
          <a:xfrm xmlns:a="http://schemas.openxmlformats.org/drawingml/2006/main">
            <a:off x="666750" y="4953000"/>
            <a:ext cx="10858500" cy="125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448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5">
            <a:extLst xmlns:a="http://schemas.openxmlformats.org/drawingml/2006/main">
              <a:ext uri="{FF2B5EF4-FFF2-40B4-BE49-F238E27FC236}">
                <a16:creationId xmlns:a16="http://schemas.microsoft.com/office/drawing/2014/main" id="{AA1A290E-188A-45CB-A61E-80DE050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A968301C-F672-4074-BA6B-9A6F371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Gray dots mark SSN advances without BA ACK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3E90758B-759B-4E72-92E2-6AFE141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5">
            <a:extLst xmlns:a="http://schemas.openxmlformats.org/drawingml/2006/main">
              <a:ext uri="{FF2B5EF4-FFF2-40B4-BE49-F238E27FC236}">
                <a16:creationId xmlns:a16="http://schemas.microsoft.com/office/drawing/2014/main" id="{28C3C9DB-A542-4895-9E6C-FBBE719B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excerpt · 35 gap positions</a:t>
            </a:r>
          </a:p>
        </p:txBody>
      </p:sp>
      <p:sp>
        <p:nvSpPr>
          <p:cNvPr id="5" name="number-15">
            <a:extLst xmlns:a="http://schemas.openxmlformats.org/drawingml/2006/main">
              <a:ext uri="{FF2B5EF4-FFF2-40B4-BE49-F238E27FC236}">
                <a16:creationId xmlns:a16="http://schemas.microsoft.com/office/drawing/2014/main" id="{AD8D9893-5AE2-4688-BFA0-3D153FAC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f9d3466394c96"/>
          <a:srcRect xmlns:a="http://schemas.openxmlformats.org/drawingml/2006/main" l="4444" t="0" r="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7810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gap-key-symbol">
            <a:extLst xmlns:a="http://schemas.openxmlformats.org/drawingml/2006/main">
              <a:ext uri="{FF2B5EF4-FFF2-40B4-BE49-F238E27FC236}">
                <a16:creationId xmlns:a16="http://schemas.microsoft.com/office/drawing/2014/main" id="{255CF4AD-D8AB-42FA-8824-A0CA4DBB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6F"/>
                </a:solidFill>
                <a:latin typeface="Helvetica Neue"/>
                <a:ea typeface="Helvetica Neue"/>
                <a:cs typeface="Helvetica Neue"/>
              </a:defRPr>
            </a:pPr>
            <a:r>
              <a:t>●</a:t>
            </a:r>
          </a:p>
        </p:txBody>
      </p:sp>
      <p:sp>
        <p:nvSpPr>
          <p:cNvPr id="8" name="gap-key-label">
            <a:extLst xmlns:a="http://schemas.openxmlformats.org/drawingml/2006/main">
              <a:ext uri="{FF2B5EF4-FFF2-40B4-BE49-F238E27FC236}">
                <a16:creationId xmlns:a16="http://schemas.microsoft.com/office/drawing/2014/main" id="{5526F018-6F8A-454F-A84A-02A55261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66925"/>
            <a:ext cx="223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93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No BA ACK before SSN advance</a:t>
            </a:r>
          </a:p>
        </p:txBody>
      </p:sp>
      <p:sp>
        <p:nvSpPr>
          <p:cNvPr id="9" name="gap-caution-bg">
            <a:extLst xmlns:a="http://schemas.openxmlformats.org/drawingml/2006/main">
              <a:ext uri="{FF2B5EF4-FFF2-40B4-BE49-F238E27FC236}">
                <a16:creationId xmlns:a16="http://schemas.microsoft.com/office/drawing/2014/main" id="{882CB0C8-265B-4D55-A9DB-695AF201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gap-caution-text">
            <a:extLst xmlns:a="http://schemas.openxmlformats.org/drawingml/2006/main">
              <a:ext uri="{FF2B5EF4-FFF2-40B4-BE49-F238E27FC236}">
                <a16:creationId xmlns:a16="http://schemas.microsoft.com/office/drawing/2014/main" id="{64C120EF-EFE5-4EDA-B6FE-050AE8B8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6098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It is missing BA evidence.
It is not proof that the MPDU was transmitted or lost.</a:t>
            </a:r>
          </a:p>
        </p:txBody>
      </p:sp>
    </p:spTree>
    <p:extLst>
      <p:ext uri="{BB962C8B-B14F-4D97-AF65-F5344CB8AC3E}">
        <p14:creationId xmlns:p14="http://schemas.microsoft.com/office/powerpoint/2010/main" val="8410532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6">
            <a:extLst xmlns:a="http://schemas.openxmlformats.org/drawingml/2006/main">
              <a:ext uri="{FF2B5EF4-FFF2-40B4-BE49-F238E27FC236}">
                <a16:creationId xmlns:a16="http://schemas.microsoft.com/office/drawing/2014/main" id="{7C23355A-5042-4F70-88B9-28A8B7DC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CB161B0A-FCA5-4826-8E43-F443503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hole is a zero before the highest set bit</a:t>
            </a:r>
          </a:p>
        </p:txBody>
      </p:sp>
      <p:sp>
        <p:nvSpPr>
          <p:cNvPr id="3" name="rule-16">
            <a:extLst xmlns:a="http://schemas.openxmlformats.org/drawingml/2006/main">
              <a:ext uri="{FF2B5EF4-FFF2-40B4-BE49-F238E27FC236}">
                <a16:creationId xmlns:a16="http://schemas.microsoft.com/office/drawing/2014/main" id="{292E16C1-F01C-498B-A8AC-6AA724F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6">
            <a:extLst xmlns:a="http://schemas.openxmlformats.org/drawingml/2006/main">
              <a:ext uri="{FF2B5EF4-FFF2-40B4-BE49-F238E27FC236}">
                <a16:creationId xmlns:a16="http://schemas.microsoft.com/office/drawing/2014/main" id="{409842E8-0949-4EAD-9FE0-C26E6E9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persistent-hole excerpt · 228 holes</a:t>
            </a:r>
          </a:p>
        </p:txBody>
      </p:sp>
      <p:sp>
        <p:nvSpPr>
          <p:cNvPr id="5" name="number-16">
            <a:extLst xmlns:a="http://schemas.openxmlformats.org/drawingml/2006/main">
              <a:ext uri="{FF2B5EF4-FFF2-40B4-BE49-F238E27FC236}">
                <a16:creationId xmlns:a16="http://schemas.microsoft.com/office/drawing/2014/main" id="{90345B7C-5DE4-40CE-BB2C-E4F1293C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74019effb414e"/>
          <a:srcRect xmlns:a="http://schemas.openxmlformats.org/drawingml/2006/main" l="0" t="11493" r="0" b="11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52550"/>
            <a:ext cx="113538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hole-rule-bg">
            <a:extLst xmlns:a="http://schemas.openxmlformats.org/drawingml/2006/main">
              <a:ext uri="{FF2B5EF4-FFF2-40B4-BE49-F238E27FC236}">
                <a16:creationId xmlns:a16="http://schemas.microsoft.com/office/drawing/2014/main" id="{DAEBA013-5CDE-4041-9318-F1ACA948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hole-rule-text">
            <a:extLst xmlns:a="http://schemas.openxmlformats.org/drawingml/2006/main">
              <a:ext uri="{FF2B5EF4-FFF2-40B4-BE49-F238E27FC236}">
                <a16:creationId xmlns:a16="http://schemas.microsoft.com/office/drawing/2014/main" id="{C46789F9-3B5B-4128-85D6-35896802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228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23B31"/>
                </a:solidFill>
                <a:latin typeface="Helvetica Neue"/>
                <a:ea typeface="Helvetica Neue"/>
                <a:cs typeface="Helvetica Neue"/>
              </a:defRPr>
            </a:pPr>
            <a:r>
              <a:t>Trailing zeros are not plotted.</a:t>
            </a:r>
          </a:p>
        </p:txBody>
      </p:sp>
    </p:spTree>
    <p:extLst>
      <p:ext uri="{BB962C8B-B14F-4D97-AF65-F5344CB8AC3E}">
        <p14:creationId xmlns:p14="http://schemas.microsoft.com/office/powerpoint/2010/main" val="9177405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7">
            <a:extLst xmlns:a="http://schemas.openxmlformats.org/drawingml/2006/main">
              <a:ext uri="{FF2B5EF4-FFF2-40B4-BE49-F238E27FC236}">
                <a16:creationId xmlns:a16="http://schemas.microsoft.com/office/drawing/2014/main" id="{831BD40D-E448-416C-B3C6-2A50F75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680D5EDB-E512-4FB5-B046-FF32DA0E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Persistent-hole spans expose aging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6FB9FA34-1BC2-4F2C-A086-6AAAF789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7">
            <a:extLst xmlns:a="http://schemas.openxmlformats.org/drawingml/2006/main">
              <a:ext uri="{FF2B5EF4-FFF2-40B4-BE49-F238E27FC236}">
                <a16:creationId xmlns:a16="http://schemas.microsoft.com/office/drawing/2014/main" id="{26B880A2-D52A-48FD-B546-D220C96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21 BA over 44.65 s</a:t>
            </a:r>
          </a:p>
        </p:txBody>
      </p:sp>
      <p:sp>
        <p:nvSpPr>
          <p:cNvPr id="5" name="number-17">
            <a:extLst xmlns:a="http://schemas.openxmlformats.org/drawingml/2006/main">
              <a:ext uri="{FF2B5EF4-FFF2-40B4-BE49-F238E27FC236}">
                <a16:creationId xmlns:a16="http://schemas.microsoft.com/office/drawing/2014/main" id="{3579EF56-75D4-4295-A638-E9CCD0F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f37a104424046"/>
          <a:srcRect xmlns:a="http://schemas.openxmlformats.org/drawingml/2006/main" l="0" t="14421" r="0" b="1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809625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persistent-stat-bg">
            <a:extLst xmlns:a="http://schemas.openxmlformats.org/drawingml/2006/main">
              <a:ext uri="{FF2B5EF4-FFF2-40B4-BE49-F238E27FC236}">
                <a16:creationId xmlns:a16="http://schemas.microsoft.com/office/drawing/2014/main" id="{AA848A25-1AD3-4ACC-AEEA-EDF291A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ersistent-stat-text">
            <a:extLst xmlns:a="http://schemas.openxmlformats.org/drawingml/2006/main">
              <a:ext uri="{FF2B5EF4-FFF2-40B4-BE49-F238E27FC236}">
                <a16:creationId xmlns:a16="http://schemas.microsoft.com/office/drawing/2014/main" id="{609C5C5E-0752-41E5-AC0E-579A62D5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2288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20 lifetimes
across consecutive covering BAs</a:t>
            </a:r>
          </a:p>
        </p:txBody>
      </p:sp>
      <p:sp>
        <p:nvSpPr>
          <p:cNvPr id="9" name="persistent-outcome-bg">
            <a:extLst xmlns:a="http://schemas.openxmlformats.org/drawingml/2006/main">
              <a:ext uri="{FF2B5EF4-FFF2-40B4-BE49-F238E27FC236}">
                <a16:creationId xmlns:a16="http://schemas.microsoft.com/office/drawing/2014/main" id="{6CFAD0D7-D27F-4721-8E66-6B072B9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571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ersistent-outcome-text">
            <a:extLst xmlns:a="http://schemas.openxmlformats.org/drawingml/2006/main">
              <a:ext uri="{FF2B5EF4-FFF2-40B4-BE49-F238E27FC236}">
                <a16:creationId xmlns:a16="http://schemas.microsoft.com/office/drawing/2014/main" id="{5EB75914-08AA-4EBA-B934-3D83D6D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71900"/>
            <a:ext cx="22288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Select a square endpoint to see whether the hole was later ACKed, passed by SSN, interrupted, or still active.</a:t>
            </a:r>
          </a:p>
        </p:txBody>
      </p:sp>
    </p:spTree>
    <p:extLst>
      <p:ext uri="{BB962C8B-B14F-4D97-AF65-F5344CB8AC3E}">
        <p14:creationId xmlns:p14="http://schemas.microsoft.com/office/powerpoint/2010/main" val="396101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8">
            <a:extLst xmlns:a="http://schemas.openxmlformats.org/drawingml/2006/main">
              <a:ext uri="{FF2B5EF4-FFF2-40B4-BE49-F238E27FC236}">
                <a16:creationId xmlns:a16="http://schemas.microsoft.com/office/drawing/2014/main" id="{32E24B85-979C-4CC0-8F1A-993B09C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0103A7EA-0E91-42C3-969E-B20DB34D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Green and red crosses mean different evidence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7DC3852D-67DA-49B8-B728-2FC5DC8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8">
            <a:extLst xmlns:a="http://schemas.openxmlformats.org/drawingml/2006/main">
              <a:ext uri="{FF2B5EF4-FFF2-40B4-BE49-F238E27FC236}">
                <a16:creationId xmlns:a16="http://schemas.microsoft.com/office/drawing/2014/main" id="{2C1B5991-D02A-4199-B03C-B0BACAA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classification is scoped to one agreement epoch</a:t>
            </a:r>
          </a:p>
        </p:txBody>
      </p:sp>
      <p:sp>
        <p:nvSpPr>
          <p:cNvPr id="5" name="number-18">
            <a:extLst xmlns:a="http://schemas.openxmlformats.org/drawingml/2006/main">
              <a:ext uri="{FF2B5EF4-FFF2-40B4-BE49-F238E27FC236}">
                <a16:creationId xmlns:a16="http://schemas.microsoft.com/office/drawing/2014/main" id="{8948B83E-562D-4FB7-874A-7D900A5A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62d5d50b54f1b"/>
          <a:srcRect xmlns:a="http://schemas.openxmlformats.org/drawingml/2006/main" l="0" t="7997" r="0" b="7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prior-cross-bg">
            <a:extLst xmlns:a="http://schemas.openxmlformats.org/drawingml/2006/main">
              <a:ext uri="{FF2B5EF4-FFF2-40B4-BE49-F238E27FC236}">
                <a16:creationId xmlns:a16="http://schemas.microsoft.com/office/drawing/2014/main" id="{DF314ECD-7B17-4CED-AC7E-3C976CF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rior-cross-text">
            <a:extLst xmlns:a="http://schemas.openxmlformats.org/drawingml/2006/main">
              <a:ext uri="{FF2B5EF4-FFF2-40B4-BE49-F238E27FC236}">
                <a16:creationId xmlns:a16="http://schemas.microsoft.com/office/drawing/2014/main" id="{EF93C279-3EA3-458A-AA2C-40CC06CE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28800"/>
            <a:ext cx="33718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8A42"/>
                </a:solidFill>
                <a:latin typeface="Helvetica Neue"/>
                <a:ea typeface="Helvetica Neue"/>
                <a:cs typeface="Helvetica Neue"/>
              </a:defRPr>
            </a:pPr>
            <a:r>
              <a:t>×  Green cross
An earlier BA in this agreement explicitly set the sequence.</a:t>
            </a:r>
          </a:p>
        </p:txBody>
      </p:sp>
      <p:sp>
        <p:nvSpPr>
          <p:cNvPr id="9" name="new-cross-bg">
            <a:extLst xmlns:a="http://schemas.openxmlformats.org/drawingml/2006/main">
              <a:ext uri="{FF2B5EF4-FFF2-40B4-BE49-F238E27FC236}">
                <a16:creationId xmlns:a16="http://schemas.microsoft.com/office/drawing/2014/main" id="{98D043F2-9DC8-4B4E-AA5F-DE09AC79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ew-cross-text">
            <a:extLst xmlns:a="http://schemas.openxmlformats.org/drawingml/2006/main">
              <a:ext uri="{FF2B5EF4-FFF2-40B4-BE49-F238E27FC236}">
                <a16:creationId xmlns:a16="http://schemas.microsoft.com/office/drawing/2014/main" id="{345190D2-3089-4304-9676-3717E95A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3718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23B31"/>
                </a:solidFill>
                <a:latin typeface="Helvetica Neue"/>
                <a:ea typeface="Helvetica Neue"/>
                <a:cs typeface="Helvetica Neue"/>
              </a:defRPr>
            </a:pPr>
            <a:r>
              <a:t>×  Red cross
No earlier observed set-bit evidence exists in this agreement.</a:t>
            </a:r>
          </a:p>
        </p:txBody>
      </p:sp>
      <p:sp>
        <p:nvSpPr>
          <p:cNvPr id="11" name="cross-note-text">
            <a:extLst xmlns:a="http://schemas.openxmlformats.org/drawingml/2006/main">
              <a:ext uri="{FF2B5EF4-FFF2-40B4-BE49-F238E27FC236}">
                <a16:creationId xmlns:a16="http://schemas.microsoft.com/office/drawing/2014/main" id="{F4218598-AC41-46A4-B6DD-6752F271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3400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Neither color, by itself, proves transmission or loss.</a:t>
            </a:r>
          </a:p>
        </p:txBody>
      </p:sp>
    </p:spTree>
    <p:extLst>
      <p:ext uri="{BB962C8B-B14F-4D97-AF65-F5344CB8AC3E}">
        <p14:creationId xmlns:p14="http://schemas.microsoft.com/office/powerpoint/2010/main" val="15632949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9">
            <a:extLst xmlns:a="http://schemas.openxmlformats.org/drawingml/2006/main">
              <a:ext uri="{FF2B5EF4-FFF2-40B4-BE49-F238E27FC236}">
                <a16:creationId xmlns:a16="http://schemas.microsoft.com/office/drawing/2014/main" id="{FB27280F-EA6A-46DC-BDF0-5CCE216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2771FF85-F54D-48A5-88F0-C167A187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Gray marks an explicit BA FCS error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A5555807-0F3B-4C37-AB68-8CDCD70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19">
            <a:extLst xmlns:a="http://schemas.openxmlformats.org/drawingml/2006/main">
              <a:ext uri="{FF2B5EF4-FFF2-40B4-BE49-F238E27FC236}">
                <a16:creationId xmlns:a16="http://schemas.microsoft.com/office/drawing/2014/main" id="{1BF2A17D-AD2F-48D5-BC4E-8DD899E2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bad-FCS frames 29412 and 29438</a:t>
            </a:r>
          </a:p>
        </p:txBody>
      </p:sp>
      <p:sp>
        <p:nvSpPr>
          <p:cNvPr id="5" name="number-19">
            <a:extLst xmlns:a="http://schemas.openxmlformats.org/drawingml/2006/main">
              <a:ext uri="{FF2B5EF4-FFF2-40B4-BE49-F238E27FC236}">
                <a16:creationId xmlns:a16="http://schemas.microsoft.com/office/drawing/2014/main" id="{B999AD42-CD03-4C7A-A01E-D5BFAF4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849247f374971"/>
          <a:srcRect xmlns:a="http://schemas.openxmlformats.org/drawingml/2006/main" l="0" t="16096" r="0" b="16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809625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fcs-case-bg">
            <a:extLst xmlns:a="http://schemas.openxmlformats.org/drawingml/2006/main">
              <a:ext uri="{FF2B5EF4-FFF2-40B4-BE49-F238E27FC236}">
                <a16:creationId xmlns:a16="http://schemas.microsoft.com/office/drawing/2014/main" id="{2116D7FF-6BAE-48B1-9656-B2009560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571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cs-case-text">
            <a:extLst xmlns:a="http://schemas.openxmlformats.org/drawingml/2006/main">
              <a:ext uri="{FF2B5EF4-FFF2-40B4-BE49-F238E27FC236}">
                <a16:creationId xmlns:a16="http://schemas.microsoft.com/office/drawing/2014/main" id="{0DCE4F98-DA02-4684-953D-1F5449BD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43100"/>
            <a:ext cx="2228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6F"/>
                </a:solidFill>
                <a:latin typeface="Helvetica Neue"/>
                <a:ea typeface="Helvetica Neue"/>
                <a:cs typeface="Helvetica Neue"/>
              </a:defRPr>
            </a:pPr>
            <a:r>
              <a:t>2 bad-FCS BAs
40.884 ms apart</a:t>
            </a:r>
          </a:p>
        </p:txBody>
      </p:sp>
      <p:sp>
        <p:nvSpPr>
          <p:cNvPr id="9" name="fcs-rule-bg">
            <a:extLst xmlns:a="http://schemas.openxmlformats.org/drawingml/2006/main">
              <a:ext uri="{FF2B5EF4-FFF2-40B4-BE49-F238E27FC236}">
                <a16:creationId xmlns:a16="http://schemas.microsoft.com/office/drawing/2014/main" id="{C186966E-8F20-460E-B752-7CE77EE6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cs-rule-text">
            <a:extLst xmlns:a="http://schemas.openxmlformats.org/drawingml/2006/main">
              <a:ext uri="{FF2B5EF4-FFF2-40B4-BE49-F238E27FC236}">
                <a16:creationId xmlns:a16="http://schemas.microsoft.com/office/drawing/2014/main" id="{3C40BAF0-4EA8-4F85-9A65-D52F147A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22288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sample for chronology—but treat its bitmap, holes, and labels as untrusted evidence.</a:t>
            </a:r>
          </a:p>
        </p:txBody>
      </p:sp>
    </p:spTree>
    <p:extLst>
      <p:ext uri="{BB962C8B-B14F-4D97-AF65-F5344CB8AC3E}">
        <p14:creationId xmlns:p14="http://schemas.microsoft.com/office/powerpoint/2010/main" val="14725698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0">
            <a:extLst xmlns:a="http://schemas.openxmlformats.org/drawingml/2006/main">
              <a:ext uri="{FF2B5EF4-FFF2-40B4-BE49-F238E27FC236}">
                <a16:creationId xmlns:a16="http://schemas.microsoft.com/office/drawing/2014/main" id="{22651BD8-73F3-43A6-8A62-6BA403ED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C09FA6E9-C30F-45E8-921C-380D6B5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ADDBA and DELBA bound the agreement</a:t>
            </a:r>
          </a:p>
        </p:txBody>
      </p:sp>
      <p:sp>
        <p:nvSpPr>
          <p:cNvPr id="3" name="rule-20">
            <a:extLst xmlns:a="http://schemas.openxmlformats.org/drawingml/2006/main">
              <a:ext uri="{FF2B5EF4-FFF2-40B4-BE49-F238E27FC236}">
                <a16:creationId xmlns:a16="http://schemas.microsoft.com/office/drawing/2014/main" id="{21C1C457-2647-4CC7-A897-8AFBB700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0">
            <a:extLst xmlns:a="http://schemas.openxmlformats.org/drawingml/2006/main">
              <a:ext uri="{FF2B5EF4-FFF2-40B4-BE49-F238E27FC236}">
                <a16:creationId xmlns:a16="http://schemas.microsoft.com/office/drawing/2014/main" id="{DDAB7951-3186-4536-8B69-3F11477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frames 12118, 12120, and 12192 · TID 0</a:t>
            </a:r>
          </a:p>
        </p:txBody>
      </p:sp>
      <p:sp>
        <p:nvSpPr>
          <p:cNvPr id="5" name="number-20">
            <a:extLst xmlns:a="http://schemas.openxmlformats.org/drawingml/2006/main">
              <a:ext uri="{FF2B5EF4-FFF2-40B4-BE49-F238E27FC236}">
                <a16:creationId xmlns:a16="http://schemas.microsoft.com/office/drawing/2014/main" id="{CA29B557-043D-412B-9EEA-1D586FA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048904bef4748"/>
          <a:srcRect xmlns:a="http://schemas.openxmlformats.org/drawingml/2006/main" l="0" t="16875" r="0" b="16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828675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addba-ok-bg">
            <a:extLst xmlns:a="http://schemas.openxmlformats.org/drawingml/2006/main">
              <a:ext uri="{FF2B5EF4-FFF2-40B4-BE49-F238E27FC236}">
                <a16:creationId xmlns:a16="http://schemas.microsoft.com/office/drawing/2014/main" id="{F19DEDF2-A5B7-4FDD-8740-AA2FAF32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514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ddba-ok-text">
            <a:extLst xmlns:a="http://schemas.openxmlformats.org/drawingml/2006/main">
              <a:ext uri="{FF2B5EF4-FFF2-40B4-BE49-F238E27FC236}">
                <a16:creationId xmlns:a16="http://schemas.microsoft.com/office/drawing/2014/main" id="{26073AEF-9B61-433E-A2C7-AE4A7EB0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47850"/>
            <a:ext cx="21717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A42"/>
                </a:solidFill>
                <a:latin typeface="Helvetica Neue"/>
                <a:ea typeface="Helvetica Neue"/>
                <a:cs typeface="Helvetica Neue"/>
              </a:defRPr>
            </a:pPr>
            <a:r>
              <a:t>ADDBA OK
starts a new agreement and clears prior history</a:t>
            </a:r>
          </a:p>
        </p:txBody>
      </p:sp>
      <p:sp>
        <p:nvSpPr>
          <p:cNvPr id="9" name="delba-bg">
            <a:extLst xmlns:a="http://schemas.openxmlformats.org/drawingml/2006/main">
              <a:ext uri="{FF2B5EF4-FFF2-40B4-BE49-F238E27FC236}">
                <a16:creationId xmlns:a16="http://schemas.microsoft.com/office/drawing/2014/main" id="{8E3C3EF5-23DF-4BB7-AE2D-B2D61D2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514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delba-text">
            <a:extLst xmlns:a="http://schemas.openxmlformats.org/drawingml/2006/main">
              <a:ext uri="{FF2B5EF4-FFF2-40B4-BE49-F238E27FC236}">
                <a16:creationId xmlns:a16="http://schemas.microsoft.com/office/drawing/2014/main" id="{8883272F-5EBF-4EA8-81BF-BC3D62D5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2171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DELBA
ends the agreement and clears history</a:t>
            </a:r>
          </a:p>
        </p:txBody>
      </p:sp>
      <p:sp>
        <p:nvSpPr>
          <p:cNvPr id="11" name="addba-req-bg">
            <a:extLst xmlns:a="http://schemas.openxmlformats.org/drawingml/2006/main">
              <a:ext uri="{FF2B5EF4-FFF2-40B4-BE49-F238E27FC236}">
                <a16:creationId xmlns:a16="http://schemas.microsoft.com/office/drawing/2014/main" id="{704C7BBE-D6E6-4B0F-9A35-8AE26924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2514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ddba-req-text">
            <a:extLst xmlns:a="http://schemas.openxmlformats.org/drawingml/2006/main">
              <a:ext uri="{FF2B5EF4-FFF2-40B4-BE49-F238E27FC236}">
                <a16:creationId xmlns:a16="http://schemas.microsoft.com/office/drawing/2014/main" id="{9E68BDFB-1AD6-45DC-B205-B441636B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52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and rejected response are context only.</a:t>
            </a:r>
          </a:p>
        </p:txBody>
      </p:sp>
    </p:spTree>
    <p:extLst>
      <p:ext uri="{BB962C8B-B14F-4D97-AF65-F5344CB8AC3E}">
        <p14:creationId xmlns:p14="http://schemas.microsoft.com/office/powerpoint/2010/main" val="14290828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21">
            <a:extLst xmlns:a="http://schemas.openxmlformats.org/drawingml/2006/main">
              <a:ext uri="{FF2B5EF4-FFF2-40B4-BE49-F238E27FC236}">
                <a16:creationId xmlns:a16="http://schemas.microsoft.com/office/drawing/2014/main" id="{77B7906F-9F4E-4D55-84BB-2935527E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DIAGNOSE EVIDENCE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F8E7554F-235C-4508-8D0B-42FD6BC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4095 → 0 is wraparound—not a reset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BE7C83E7-0D9F-425A-A784-598D7FC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1">
            <a:extLst xmlns:a="http://schemas.openxmlformats.org/drawingml/2006/main">
              <a:ext uri="{FF2B5EF4-FFF2-40B4-BE49-F238E27FC236}">
                <a16:creationId xmlns:a16="http://schemas.microsoft.com/office/drawing/2014/main" id="{58D49CA9-A040-4786-8E48-A42FBB5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20 BA · SSN 4086 … 4095, 0 … 10</a:t>
            </a:r>
          </a:p>
        </p:txBody>
      </p:sp>
      <p:sp>
        <p:nvSpPr>
          <p:cNvPr id="5" name="number-21">
            <a:extLst xmlns:a="http://schemas.openxmlformats.org/drawingml/2006/main">
              <a:ext uri="{FF2B5EF4-FFF2-40B4-BE49-F238E27FC236}">
                <a16:creationId xmlns:a16="http://schemas.microsoft.com/office/drawing/2014/main" id="{DA172DEF-83A6-4BFD-880B-9C1BB65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6a80f7d4428a"/>
          <a:srcRect xmlns:a="http://schemas.openxmlformats.org/drawingml/2006/main" l="3159" t="0" r="3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52550"/>
            <a:ext cx="81915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unwrap-bg">
            <a:extLst xmlns:a="http://schemas.openxmlformats.org/drawingml/2006/main">
              <a:ext uri="{FF2B5EF4-FFF2-40B4-BE49-F238E27FC236}">
                <a16:creationId xmlns:a16="http://schemas.microsoft.com/office/drawing/2014/main" id="{15B95F68-E154-42BC-AC87-DCE8D2A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571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unwrap-text">
            <a:extLst xmlns:a="http://schemas.openxmlformats.org/drawingml/2006/main">
              <a:ext uri="{FF2B5EF4-FFF2-40B4-BE49-F238E27FC236}">
                <a16:creationId xmlns:a16="http://schemas.microsoft.com/office/drawing/2014/main" id="{83296399-3662-49CB-91AD-691D51C5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22288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5E93"/>
                </a:solidFill>
                <a:latin typeface="Helvetica Neue"/>
                <a:ea typeface="Helvetica Neue"/>
                <a:cs typeface="Helvetica Neue"/>
              </a:defRPr>
            </a:pPr>
            <a:r>
              <a:t>Internal progression stays continuous:
4095, 4096, 4097 …</a:t>
            </a:r>
          </a:p>
        </p:txBody>
      </p:sp>
      <p:sp>
        <p:nvSpPr>
          <p:cNvPr id="9" name="reset-rule-bg">
            <a:extLst xmlns:a="http://schemas.openxmlformats.org/drawingml/2006/main">
              <a:ext uri="{FF2B5EF4-FFF2-40B4-BE49-F238E27FC236}">
                <a16:creationId xmlns:a16="http://schemas.microsoft.com/office/drawing/2014/main" id="{FCE5B100-B9B0-4C31-BFB5-27F43CBB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set-rule-text">
            <a:extLst xmlns:a="http://schemas.openxmlformats.org/drawingml/2006/main">
              <a:ext uri="{FF2B5EF4-FFF2-40B4-BE49-F238E27FC236}">
                <a16:creationId xmlns:a16="http://schemas.microsoft.com/office/drawing/2014/main" id="{D7A96866-883F-4788-9996-AACE9F18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22288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backward sample that cannot extend the ACK frontier starts an inferred epoch only when wrap logic cannot explain it.</a:t>
            </a:r>
          </a:p>
        </p:txBody>
      </p:sp>
    </p:spTree>
    <p:extLst>
      <p:ext uri="{BB962C8B-B14F-4D97-AF65-F5344CB8AC3E}">
        <p14:creationId xmlns:p14="http://schemas.microsoft.com/office/powerpoint/2010/main" val="16196064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22">
            <a:extLst xmlns:a="http://schemas.openxmlformats.org/drawingml/2006/main">
              <a:ext uri="{FF2B5EF4-FFF2-40B4-BE49-F238E27FC236}">
                <a16:creationId xmlns:a16="http://schemas.microsoft.com/office/drawing/2014/main" id="{E8673D41-EDD6-4C03-A695-1ABF13E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TROUBLESHOOT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A9480032-A77A-48CD-BE46-3DBD7C95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Why a valid WLAN frame may not appear</a:t>
            </a:r>
          </a:p>
        </p:txBody>
      </p:sp>
      <p:sp>
        <p:nvSpPr>
          <p:cNvPr id="3" name="rule-22">
            <a:extLst xmlns:a="http://schemas.openxmlformats.org/drawingml/2006/main">
              <a:ext uri="{FF2B5EF4-FFF2-40B4-BE49-F238E27FC236}">
                <a16:creationId xmlns:a16="http://schemas.microsoft.com/office/drawing/2014/main" id="{6ED13F65-75DF-49BF-9127-AF021583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2">
            <a:extLst xmlns:a="http://schemas.openxmlformats.org/drawingml/2006/main">
              <a:ext uri="{FF2B5EF4-FFF2-40B4-BE49-F238E27FC236}">
                <a16:creationId xmlns:a16="http://schemas.microsoft.com/office/drawing/2014/main" id="{B17BAD0E-8627-4162-B621-F1100431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packet fields and capture-total counters before assuming a plotting defect.</a:t>
            </a:r>
          </a:p>
        </p:txBody>
      </p:sp>
      <p:sp>
        <p:nvSpPr>
          <p:cNvPr id="5" name="number-22">
            <a:extLst xmlns:a="http://schemas.openxmlformats.org/drawingml/2006/main">
              <a:ext uri="{FF2B5EF4-FFF2-40B4-BE49-F238E27FC236}">
                <a16:creationId xmlns:a16="http://schemas.microsoft.com/office/drawing/2014/main" id="{EC0785B4-D6B9-4929-9315-A04FC75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789fdc474bea"/>
          <a:srcRect xmlns:a="http://schemas.openxmlformats.org/drawingml/2006/main" l="0" t="1223" r="0" b="1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81125"/>
            <a:ext cx="59055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absent-1-bg">
            <a:extLst xmlns:a="http://schemas.openxmlformats.org/drawingml/2006/main">
              <a:ext uri="{FF2B5EF4-FFF2-40B4-BE49-F238E27FC236}">
                <a16:creationId xmlns:a16="http://schemas.microsoft.com/office/drawing/2014/main" id="{56F6C626-17D0-4BEF-8B80-255E992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bsent-1-text">
            <a:extLst xmlns:a="http://schemas.openxmlformats.org/drawingml/2006/main">
              <a:ext uri="{FF2B5EF4-FFF2-40B4-BE49-F238E27FC236}">
                <a16:creationId xmlns:a16="http://schemas.microsoft.com/office/drawing/2014/main" id="{F69FA1F9-570F-4F4F-A308-3E755F30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57350"/>
            <a:ext cx="413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Wrong BA response direction</a:t>
            </a:r>
          </a:p>
        </p:txBody>
      </p:sp>
      <p:sp>
        <p:nvSpPr>
          <p:cNvPr id="9" name="absent-2-bg">
            <a:extLst xmlns:a="http://schemas.openxmlformats.org/drawingml/2006/main">
              <a:ext uri="{FF2B5EF4-FFF2-40B4-BE49-F238E27FC236}">
                <a16:creationId xmlns:a16="http://schemas.microsoft.com/office/drawing/2014/main" id="{BB53E863-C53C-47AF-A689-7377010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bsent-2-text">
            <a:extLst xmlns:a="http://schemas.openxmlformats.org/drawingml/2006/main">
              <a:ext uri="{FF2B5EF4-FFF2-40B4-BE49-F238E27FC236}">
                <a16:creationId xmlns:a16="http://schemas.microsoft.com/office/drawing/2014/main" id="{E062FC74-F74C-4039-8685-8FA4C28A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14600"/>
            <a:ext cx="413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Different TID or session epoch</a:t>
            </a:r>
          </a:p>
        </p:txBody>
      </p:sp>
      <p:sp>
        <p:nvSpPr>
          <p:cNvPr id="11" name="absent-3-bg">
            <a:extLst xmlns:a="http://schemas.openxmlformats.org/drawingml/2006/main">
              <a:ext uri="{FF2B5EF4-FFF2-40B4-BE49-F238E27FC236}">
                <a16:creationId xmlns:a16="http://schemas.microsoft.com/office/drawing/2014/main" id="{339EE011-1626-476F-8DB8-3E00FEAA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bsent-3-text">
            <a:extLst xmlns:a="http://schemas.openxmlformats.org/drawingml/2006/main">
              <a:ext uri="{FF2B5EF4-FFF2-40B4-BE49-F238E27FC236}">
                <a16:creationId xmlns:a16="http://schemas.microsoft.com/office/drawing/2014/main" id="{8A10CD4A-4E51-4F4A-AFE8-12C79DD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13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Not a supported BA/BAR format</a:t>
            </a:r>
          </a:p>
        </p:txBody>
      </p:sp>
      <p:sp>
        <p:nvSpPr>
          <p:cNvPr id="13" name="absent-4-bg">
            <a:extLst xmlns:a="http://schemas.openxmlformats.org/drawingml/2006/main">
              <a:ext uri="{FF2B5EF4-FFF2-40B4-BE49-F238E27FC236}">
                <a16:creationId xmlns:a16="http://schemas.microsoft.com/office/drawing/2014/main" id="{A444E05F-4030-4F68-ADD0-66EF8E7B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bsent-4-text">
            <a:extLst xmlns:a="http://schemas.openxmlformats.org/drawingml/2006/main">
              <a:ext uri="{FF2B5EF4-FFF2-40B4-BE49-F238E27FC236}">
                <a16:creationId xmlns:a16="http://schemas.microsoft.com/office/drawing/2014/main" id="{A27F85F0-F124-4AC0-9BAC-E6A77FE2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413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Malformed or incomplete dissection</a:t>
            </a:r>
          </a:p>
        </p:txBody>
      </p:sp>
      <p:sp>
        <p:nvSpPr>
          <p:cNvPr id="15" name="absent-5-bg">
            <a:extLst xmlns:a="http://schemas.openxmlformats.org/drawingml/2006/main">
              <a:ext uri="{FF2B5EF4-FFF2-40B4-BE49-F238E27FC236}">
                <a16:creationId xmlns:a16="http://schemas.microsoft.com/office/drawing/2014/main" id="{D4E5D506-060E-44FD-969A-6CF38C6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bsent-5-text">
            <a:extLst xmlns:a="http://schemas.openxmlformats.org/drawingml/2006/main">
              <a:ext uri="{FF2B5EF4-FFF2-40B4-BE49-F238E27FC236}">
                <a16:creationId xmlns:a16="http://schemas.microsoft.com/office/drawing/2014/main" id="{F3B6C50C-F980-4945-99C2-C3DE8EB0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86350"/>
            <a:ext cx="413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4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No usable bitmap / address / TID fields</a:t>
            </a:r>
          </a:p>
        </p:txBody>
      </p:sp>
    </p:spTree>
    <p:extLst>
      <p:ext uri="{BB962C8B-B14F-4D97-AF65-F5344CB8AC3E}">
        <p14:creationId xmlns:p14="http://schemas.microsoft.com/office/powerpoint/2010/main" val="10875355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23">
            <a:extLst xmlns:a="http://schemas.openxmlformats.org/drawingml/2006/main">
              <a:ext uri="{FF2B5EF4-FFF2-40B4-BE49-F238E27FC236}">
                <a16:creationId xmlns:a16="http://schemas.microsoft.com/office/drawing/2014/main" id="{0CDB6DED-7368-4FC9-80F4-5853D69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TROUBLESHOOT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1F5D4240-6EAF-4751-9F0D-5B6B58DF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The 32-bit BA-looking record is corrupt</a:t>
            </a:r>
          </a:p>
        </p:txBody>
      </p:sp>
      <p:sp>
        <p:nvSpPr>
          <p:cNvPr id="3" name="rule-23">
            <a:extLst xmlns:a="http://schemas.openxmlformats.org/drawingml/2006/main">
              <a:ext uri="{FF2B5EF4-FFF2-40B4-BE49-F238E27FC236}">
                <a16:creationId xmlns:a16="http://schemas.microsoft.com/office/drawing/2014/main" id="{43418806-0EA7-481E-B81E-204C36B8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3">
            <a:extLst xmlns:a="http://schemas.openxmlformats.org/drawingml/2006/main">
              <a:ext uri="{FF2B5EF4-FFF2-40B4-BE49-F238E27FC236}">
                <a16:creationId xmlns:a16="http://schemas.microsoft.com/office/drawing/2014/main" id="{20B268D7-3186-410D-A88B-9F9ABA16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 audit: pcie-12186-1127-05-oid-capture-time-adjusted-2nd-half.pcapng</a:t>
            </a:r>
          </a:p>
        </p:txBody>
      </p:sp>
      <p:sp>
        <p:nvSpPr>
          <p:cNvPr id="5" name="number-23">
            <a:extLst xmlns:a="http://schemas.openxmlformats.org/drawingml/2006/main">
              <a:ext uri="{FF2B5EF4-FFF2-40B4-BE49-F238E27FC236}">
                <a16:creationId xmlns:a16="http://schemas.microsoft.com/office/drawing/2014/main" id="{443108C3-2BF6-477A-8751-D10F9A8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6" name="bitmap32-table-row-0">
            <a:extLst xmlns:a="http://schemas.openxmlformats.org/drawingml/2006/main">
              <a:ext uri="{FF2B5EF4-FFF2-40B4-BE49-F238E27FC236}">
                <a16:creationId xmlns:a16="http://schemas.microsoft.com/office/drawing/2014/main" id="{399695E6-2400-4CEB-A9DC-0ACCE7C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itmap32-table-0-0">
            <a:extLst xmlns:a="http://schemas.openxmlformats.org/drawingml/2006/main">
              <a:ext uri="{FF2B5EF4-FFF2-40B4-BE49-F238E27FC236}">
                <a16:creationId xmlns:a16="http://schemas.microsoft.com/office/drawing/2014/main" id="{893D83BB-5277-4DC3-BAF3-0EFB57B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5257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Field</a:t>
            </a:r>
          </a:p>
        </p:txBody>
      </p:sp>
      <p:sp>
        <p:nvSpPr>
          <p:cNvPr id="8" name="bitmap32-table-v-0-0">
            <a:extLst xmlns:a="http://schemas.openxmlformats.org/drawingml/2006/main">
              <a:ext uri="{FF2B5EF4-FFF2-40B4-BE49-F238E27FC236}">
                <a16:creationId xmlns:a16="http://schemas.microsoft.com/office/drawing/2014/main" id="{F662A558-5075-4100-AF77-891162D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763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bitmap32-table-0-1">
            <a:extLst xmlns:a="http://schemas.openxmlformats.org/drawingml/2006/main">
              <a:ext uri="{FF2B5EF4-FFF2-40B4-BE49-F238E27FC236}">
                <a16:creationId xmlns:a16="http://schemas.microsoft.com/office/drawing/2014/main" id="{386FF38D-DCF9-46DC-AB0A-850D026D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5257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value</a:t>
            </a:r>
          </a:p>
        </p:txBody>
      </p:sp>
      <p:sp>
        <p:nvSpPr>
          <p:cNvPr id="10" name="bitmap32-table-row-1">
            <a:extLst xmlns:a="http://schemas.openxmlformats.org/drawingml/2006/main">
              <a:ext uri="{FF2B5EF4-FFF2-40B4-BE49-F238E27FC236}">
                <a16:creationId xmlns:a16="http://schemas.microsoft.com/office/drawing/2014/main" id="{C321EED9-D559-4316-AFD4-ACE7E1A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6692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itmap32-table-1-0">
            <a:extLst xmlns:a="http://schemas.openxmlformats.org/drawingml/2006/main">
              <a:ext uri="{FF2B5EF4-FFF2-40B4-BE49-F238E27FC236}">
                <a16:creationId xmlns:a16="http://schemas.microsoft.com/office/drawing/2014/main" id="{4BDEA4AA-35AE-4A22-A0EE-4B08F8B6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Frame / time</a:t>
            </a:r>
          </a:p>
        </p:txBody>
      </p:sp>
      <p:sp>
        <p:nvSpPr>
          <p:cNvPr id="12" name="bitmap32-table-v-1-0">
            <a:extLst xmlns:a="http://schemas.openxmlformats.org/drawingml/2006/main">
              <a:ext uri="{FF2B5EF4-FFF2-40B4-BE49-F238E27FC236}">
                <a16:creationId xmlns:a16="http://schemas.microsoft.com/office/drawing/2014/main" id="{8AD90082-C3E6-4E6E-8778-89E11EAE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669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bitmap32-table-1-1">
            <a:extLst xmlns:a="http://schemas.openxmlformats.org/drawingml/2006/main">
              <a:ext uri="{FF2B5EF4-FFF2-40B4-BE49-F238E27FC236}">
                <a16:creationId xmlns:a16="http://schemas.microsoft.com/office/drawing/2014/main" id="{9EA6059B-747A-4C3E-9B2C-EA82DFD0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4312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44354 / 40.298502 s</a:t>
            </a:r>
          </a:p>
        </p:txBody>
      </p:sp>
      <p:sp>
        <p:nvSpPr>
          <p:cNvPr id="14" name="bitmap32-table-row-2">
            <a:extLst xmlns:a="http://schemas.openxmlformats.org/drawingml/2006/main">
              <a:ext uri="{FF2B5EF4-FFF2-40B4-BE49-F238E27FC236}">
                <a16:creationId xmlns:a16="http://schemas.microsoft.com/office/drawing/2014/main" id="{52B36864-31EA-4A19-903B-ACD0B557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5747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itmap32-table-2-0">
            <a:extLst xmlns:a="http://schemas.openxmlformats.org/drawingml/2006/main">
              <a:ext uri="{FF2B5EF4-FFF2-40B4-BE49-F238E27FC236}">
                <a16:creationId xmlns:a16="http://schemas.microsoft.com/office/drawing/2014/main" id="{E2C25009-140C-4CC4-B97A-8D137E9D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Decoded type</a:t>
            </a:r>
          </a:p>
        </p:txBody>
      </p:sp>
      <p:sp>
        <p:nvSpPr>
          <p:cNvPr id="16" name="bitmap32-table-v-2-0">
            <a:extLst xmlns:a="http://schemas.openxmlformats.org/drawingml/2006/main">
              <a:ext uri="{FF2B5EF4-FFF2-40B4-BE49-F238E27FC236}">
                <a16:creationId xmlns:a16="http://schemas.microsoft.com/office/drawing/2014/main" id="{96814BD2-1D24-4158-A524-1F654636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574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bitmap32-table-2-1">
            <a:extLst xmlns:a="http://schemas.openxmlformats.org/drawingml/2006/main">
              <a:ext uri="{FF2B5EF4-FFF2-40B4-BE49-F238E27FC236}">
                <a16:creationId xmlns:a16="http://schemas.microsoft.com/office/drawing/2014/main" id="{FF7A45EB-D233-4CEF-9595-5DA835D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Multi-STA Block Ack response</a:t>
            </a:r>
          </a:p>
        </p:txBody>
      </p:sp>
      <p:sp>
        <p:nvSpPr>
          <p:cNvPr id="18" name="bitmap32-table-row-3">
            <a:extLst xmlns:a="http://schemas.openxmlformats.org/drawingml/2006/main">
              <a:ext uri="{FF2B5EF4-FFF2-40B4-BE49-F238E27FC236}">
                <a16:creationId xmlns:a16="http://schemas.microsoft.com/office/drawing/2014/main" id="{A4319E4A-AB32-49E3-BDD1-50CE525C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4802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bitmap32-table-3-0">
            <a:extLst xmlns:a="http://schemas.openxmlformats.org/drawingml/2006/main">
              <a:ext uri="{FF2B5EF4-FFF2-40B4-BE49-F238E27FC236}">
                <a16:creationId xmlns:a16="http://schemas.microsoft.com/office/drawing/2014/main" id="{053B6A23-DDF5-475F-A410-F4991A2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TA → RA</a:t>
            </a:r>
          </a:p>
        </p:txBody>
      </p:sp>
      <p:sp>
        <p:nvSpPr>
          <p:cNvPr id="20" name="bitmap32-table-v-3-0">
            <a:extLst xmlns:a="http://schemas.openxmlformats.org/drawingml/2006/main">
              <a:ext uri="{FF2B5EF4-FFF2-40B4-BE49-F238E27FC236}">
                <a16:creationId xmlns:a16="http://schemas.microsoft.com/office/drawing/2014/main" id="{1D4AE5C6-A40E-4C90-AADC-2839364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480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bitmap32-table-3-1">
            <a:extLst xmlns:a="http://schemas.openxmlformats.org/drawingml/2006/main">
              <a:ext uri="{FF2B5EF4-FFF2-40B4-BE49-F238E27FC236}">
                <a16:creationId xmlns:a16="http://schemas.microsoft.com/office/drawing/2014/main" id="{883AF18E-BA68-4259-BE25-322758AD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2422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e1:24:a9:9c:d3:30 → 11:12:b4:5f:eb:56</a:t>
            </a:r>
          </a:p>
        </p:txBody>
      </p:sp>
      <p:sp>
        <p:nvSpPr>
          <p:cNvPr id="22" name="bitmap32-table-row-4">
            <a:extLst xmlns:a="http://schemas.openxmlformats.org/drawingml/2006/main">
              <a:ext uri="{FF2B5EF4-FFF2-40B4-BE49-F238E27FC236}">
                <a16:creationId xmlns:a16="http://schemas.microsoft.com/office/drawing/2014/main" id="{4C617620-BCFC-4711-A3AF-D51C8B3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857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bitmap32-table-4-0">
            <a:extLst xmlns:a="http://schemas.openxmlformats.org/drawingml/2006/main">
              <a:ext uri="{FF2B5EF4-FFF2-40B4-BE49-F238E27FC236}">
                <a16:creationId xmlns:a16="http://schemas.microsoft.com/office/drawing/2014/main" id="{689DD4FB-82A7-4B06-B8F5-33F9C99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1477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Entry</a:t>
            </a:r>
          </a:p>
        </p:txBody>
      </p:sp>
      <p:sp>
        <p:nvSpPr>
          <p:cNvPr id="24" name="bitmap32-table-v-4-0">
            <a:extLst xmlns:a="http://schemas.openxmlformats.org/drawingml/2006/main">
              <a:ext uri="{FF2B5EF4-FFF2-40B4-BE49-F238E27FC236}">
                <a16:creationId xmlns:a16="http://schemas.microsoft.com/office/drawing/2014/main" id="{E974ACC1-6385-4703-BE59-FD1249D9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385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bitmap32-table-4-1">
            <a:extLst xmlns:a="http://schemas.openxmlformats.org/drawingml/2006/main">
              <a:ext uri="{FF2B5EF4-FFF2-40B4-BE49-F238E27FC236}">
                <a16:creationId xmlns:a16="http://schemas.microsoft.com/office/drawing/2014/main" id="{BC495347-FB9C-4B62-9953-0588453E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1477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AID 0x722 · TID 2 · SSN 680</a:t>
            </a:r>
          </a:p>
        </p:txBody>
      </p:sp>
      <p:sp>
        <p:nvSpPr>
          <p:cNvPr id="26" name="bitmap32-table-row-5">
            <a:extLst xmlns:a="http://schemas.openxmlformats.org/drawingml/2006/main">
              <a:ext uri="{FF2B5EF4-FFF2-40B4-BE49-F238E27FC236}">
                <a16:creationId xmlns:a16="http://schemas.microsoft.com/office/drawing/2014/main" id="{589C2972-FC34-498E-98A4-083FFC89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bitmap32-table-5-0">
            <a:extLst xmlns:a="http://schemas.openxmlformats.org/drawingml/2006/main">
              <a:ext uri="{FF2B5EF4-FFF2-40B4-BE49-F238E27FC236}">
                <a16:creationId xmlns:a16="http://schemas.microsoft.com/office/drawing/2014/main" id="{4BE37A6F-1437-4279-846A-9D696910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0532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Bitmap</a:t>
            </a:r>
          </a:p>
        </p:txBody>
      </p:sp>
      <p:sp>
        <p:nvSpPr>
          <p:cNvPr id="28" name="bitmap32-table-v-5-0">
            <a:extLst xmlns:a="http://schemas.openxmlformats.org/drawingml/2006/main">
              <a:ext uri="{FF2B5EF4-FFF2-40B4-BE49-F238E27FC236}">
                <a16:creationId xmlns:a16="http://schemas.microsoft.com/office/drawing/2014/main" id="{0BE5D680-4A3E-4F67-B27E-A8E3538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bitmap32-table-5-1">
            <a:extLst xmlns:a="http://schemas.openxmlformats.org/drawingml/2006/main">
              <a:ext uri="{FF2B5EF4-FFF2-40B4-BE49-F238E27FC236}">
                <a16:creationId xmlns:a16="http://schemas.microsoft.com/office/drawing/2014/main" id="{9D151E7E-845B-4529-A739-D010399C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0532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e6084730 · 4 bytes / 32 bits</a:t>
            </a:r>
          </a:p>
        </p:txBody>
      </p:sp>
      <p:sp>
        <p:nvSpPr>
          <p:cNvPr id="30" name="bitmap32-table-row-6">
            <a:extLst xmlns:a="http://schemas.openxmlformats.org/drawingml/2006/main">
              <a:ext uri="{FF2B5EF4-FFF2-40B4-BE49-F238E27FC236}">
                <a16:creationId xmlns:a16="http://schemas.microsoft.com/office/drawing/2014/main" id="{95A73300-5C9E-47CA-B4D0-FB2E940E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9675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bitmap32-table-6-0">
            <a:extLst xmlns:a="http://schemas.openxmlformats.org/drawingml/2006/main">
              <a:ext uri="{FF2B5EF4-FFF2-40B4-BE49-F238E27FC236}">
                <a16:creationId xmlns:a16="http://schemas.microsoft.com/office/drawing/2014/main" id="{4444BF15-838E-4B1A-B8F1-5B912E03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905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Trust</a:t>
            </a:r>
          </a:p>
        </p:txBody>
      </p:sp>
      <p:sp>
        <p:nvSpPr>
          <p:cNvPr id="32" name="bitmap32-table-v-6-0">
            <a:extLst xmlns:a="http://schemas.openxmlformats.org/drawingml/2006/main">
              <a:ext uri="{FF2B5EF4-FFF2-40B4-BE49-F238E27FC236}">
                <a16:creationId xmlns:a16="http://schemas.microsoft.com/office/drawing/2014/main" id="{6E5E220D-582A-4821-8138-514E327B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96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bitmap32-table-6-1">
            <a:extLst xmlns:a="http://schemas.openxmlformats.org/drawingml/2006/main">
              <a:ext uri="{FF2B5EF4-FFF2-40B4-BE49-F238E27FC236}">
                <a16:creationId xmlns:a16="http://schemas.microsoft.com/office/drawing/2014/main" id="{69E19E98-D304-4432-9680-C310FEC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95875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Radiotap Bad FCS + Bad PLCP</a:t>
            </a:r>
          </a:p>
        </p:txBody>
      </p:sp>
      <p:sp>
        <p:nvSpPr>
          <p:cNvPr id="34" name="bitmap32-verdict-bg">
            <a:extLst xmlns:a="http://schemas.openxmlformats.org/drawingml/2006/main">
              <a:ext uri="{FF2B5EF4-FFF2-40B4-BE49-F238E27FC236}">
                <a16:creationId xmlns:a16="http://schemas.microsoft.com/office/drawing/2014/main" id="{6A177887-79CF-4E6F-BBE9-6AF0920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3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bitmap32-verdict-text">
            <a:extLst xmlns:a="http://schemas.openxmlformats.org/drawingml/2006/main">
              <a:ext uri="{FF2B5EF4-FFF2-40B4-BE49-F238E27FC236}">
                <a16:creationId xmlns:a16="http://schemas.microsoft.com/office/drawing/2014/main" id="{80AA0AF2-79E9-4D93-9BB6-36BFA21E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895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Do not treat this as a valid 32-bit BA session.</a:t>
            </a:r>
          </a:p>
        </p:txBody>
      </p:sp>
      <p:sp>
        <p:nvSpPr>
          <p:cNvPr id="36" name="bitmap32-why-bg">
            <a:extLst xmlns:a="http://schemas.openxmlformats.org/drawingml/2006/main">
              <a:ext uri="{FF2B5EF4-FFF2-40B4-BE49-F238E27FC236}">
                <a16:creationId xmlns:a16="http://schemas.microsoft.com/office/drawing/2014/main" id="{0AC48F3C-F135-41B5-8E3A-FF650E51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bitmap32-why-text">
            <a:extLst xmlns:a="http://schemas.openxmlformats.org/drawingml/2006/main">
              <a:ext uri="{FF2B5EF4-FFF2-40B4-BE49-F238E27FC236}">
                <a16:creationId xmlns:a16="http://schemas.microsoft.com/office/drawing/2014/main" id="{780F5808-F173-452F-9A23-45ECE31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8956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graph excludes Multi-STA BA. The implausible addresses and explicit radio errors support that decision.</a:t>
            </a:r>
          </a:p>
        </p:txBody>
      </p:sp>
      <p:sp>
        <p:nvSpPr>
          <p:cNvPr id="38" name="bitmap32-bar-text">
            <a:extLst xmlns:a="http://schemas.openxmlformats.org/drawingml/2006/main">
              <a:ext uri="{FF2B5EF4-FFF2-40B4-BE49-F238E27FC236}">
                <a16:creationId xmlns:a16="http://schemas.microsoft.com/office/drawing/2014/main" id="{91700C81-18AE-49AA-ADEA-0A587EF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reverse-direction BARs: 0</a:t>
            </a:r>
          </a:p>
        </p:txBody>
      </p:sp>
    </p:spTree>
    <p:extLst>
      <p:ext uri="{BB962C8B-B14F-4D97-AF65-F5344CB8AC3E}">
        <p14:creationId xmlns:p14="http://schemas.microsoft.com/office/powerpoint/2010/main" val="1662924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24">
            <a:extLst xmlns:a="http://schemas.openxmlformats.org/drawingml/2006/main">
              <a:ext uri="{FF2B5EF4-FFF2-40B4-BE49-F238E27FC236}">
                <a16:creationId xmlns:a16="http://schemas.microsoft.com/office/drawing/2014/main" id="{C3E4A3FE-DEB5-4FFA-A767-A7E695B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27B151D5-36B3-45B8-887B-AC731115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Which BA formats the graph accepts</a:t>
            </a:r>
          </a:p>
        </p:txBody>
      </p:sp>
      <p:sp>
        <p:nvSpPr>
          <p:cNvPr id="3" name="rule-24">
            <a:extLst xmlns:a="http://schemas.openxmlformats.org/drawingml/2006/main">
              <a:ext uri="{FF2B5EF4-FFF2-40B4-BE49-F238E27FC236}">
                <a16:creationId xmlns:a16="http://schemas.microsoft.com/office/drawing/2014/main" id="{936852B2-93C5-4D93-8D90-8785816D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4">
            <a:extLst xmlns:a="http://schemas.openxmlformats.org/drawingml/2006/main">
              <a:ext uri="{FF2B5EF4-FFF2-40B4-BE49-F238E27FC236}">
                <a16:creationId xmlns:a16="http://schemas.microsoft.com/office/drawing/2014/main" id="{4E799951-4243-4B4C-AE09-D34B3C0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code path; primary WQCPC capture verifies Compressed BA only.</a:t>
            </a:r>
          </a:p>
        </p:txBody>
      </p:sp>
      <p:sp>
        <p:nvSpPr>
          <p:cNvPr id="5" name="number-24">
            <a:extLst xmlns:a="http://schemas.openxmlformats.org/drawingml/2006/main">
              <a:ext uri="{FF2B5EF4-FFF2-40B4-BE49-F238E27FC236}">
                <a16:creationId xmlns:a16="http://schemas.microsoft.com/office/drawing/2014/main" id="{6EF88573-79E8-4084-AD4C-6F6455D8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6" name="format-table-row-0">
            <a:extLst xmlns:a="http://schemas.openxmlformats.org/drawingml/2006/main">
              <a:ext uri="{FF2B5EF4-FFF2-40B4-BE49-F238E27FC236}">
                <a16:creationId xmlns:a16="http://schemas.microsoft.com/office/drawing/2014/main" id="{BC5D6C42-8E05-4802-AACF-CF31222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rmat-table-0-0">
            <a:extLst xmlns:a="http://schemas.openxmlformats.org/drawingml/2006/main">
              <a:ext uri="{FF2B5EF4-FFF2-40B4-BE49-F238E27FC236}">
                <a16:creationId xmlns:a16="http://schemas.microsoft.com/office/drawing/2014/main" id="{0216AC98-C36B-4BE7-AE0F-4EA6C30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Format</a:t>
            </a:r>
          </a:p>
        </p:txBody>
      </p:sp>
      <p:sp>
        <p:nvSpPr>
          <p:cNvPr id="8" name="format-table-v-0-0">
            <a:extLst xmlns:a="http://schemas.openxmlformats.org/drawingml/2006/main">
              <a:ext uri="{FF2B5EF4-FFF2-40B4-BE49-F238E27FC236}">
                <a16:creationId xmlns:a16="http://schemas.microsoft.com/office/drawing/2014/main" id="{F1E750B8-7E41-432B-8C57-E3CDF6DE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24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format-table-0-1">
            <a:extLst xmlns:a="http://schemas.openxmlformats.org/drawingml/2006/main">
              <a:ext uri="{FF2B5EF4-FFF2-40B4-BE49-F238E27FC236}">
                <a16:creationId xmlns:a16="http://schemas.microsoft.com/office/drawing/2014/main" id="{F478E553-9761-4F7A-BC94-53E28B33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Graph treatment</a:t>
            </a:r>
          </a:p>
        </p:txBody>
      </p:sp>
      <p:sp>
        <p:nvSpPr>
          <p:cNvPr id="10" name="format-table-v-0-1">
            <a:extLst xmlns:a="http://schemas.openxmlformats.org/drawingml/2006/main">
              <a:ext uri="{FF2B5EF4-FFF2-40B4-BE49-F238E27FC236}">
                <a16:creationId xmlns:a16="http://schemas.microsoft.com/office/drawing/2014/main" id="{69C6C927-AC3C-4613-B5D4-87CE591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format-table-0-2">
            <a:extLst xmlns:a="http://schemas.openxmlformats.org/drawingml/2006/main">
              <a:ext uri="{FF2B5EF4-FFF2-40B4-BE49-F238E27FC236}">
                <a16:creationId xmlns:a16="http://schemas.microsoft.com/office/drawing/2014/main" id="{8B00F6E3-29C9-4F71-82DD-023C44C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002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Real-case status</a:t>
            </a:r>
          </a:p>
        </p:txBody>
      </p:sp>
      <p:sp>
        <p:nvSpPr>
          <p:cNvPr id="12" name="format-table-row-1">
            <a:extLst xmlns:a="http://schemas.openxmlformats.org/drawingml/2006/main">
              <a:ext uri="{FF2B5EF4-FFF2-40B4-BE49-F238E27FC236}">
                <a16:creationId xmlns:a16="http://schemas.microsoft.com/office/drawing/2014/main" id="{BCC0458A-3A11-4193-8350-B5CE0D69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ormat-table-1-0">
            <a:extLst xmlns:a="http://schemas.openxmlformats.org/drawingml/2006/main">
              <a:ext uri="{FF2B5EF4-FFF2-40B4-BE49-F238E27FC236}">
                <a16:creationId xmlns:a16="http://schemas.microsoft.com/office/drawing/2014/main" id="{24089C8E-88B2-466B-908F-111BB15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Basic BA</a:t>
            </a:r>
          </a:p>
        </p:txBody>
      </p:sp>
      <p:sp>
        <p:nvSpPr>
          <p:cNvPr id="14" name="format-table-v-1-0">
            <a:extLst xmlns:a="http://schemas.openxmlformats.org/drawingml/2006/main">
              <a:ext uri="{FF2B5EF4-FFF2-40B4-BE49-F238E27FC236}">
                <a16:creationId xmlns:a16="http://schemas.microsoft.com/office/drawing/2014/main" id="{EE0C7911-42F2-4C0C-AE69-F34F942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98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format-table-1-1">
            <a:extLst xmlns:a="http://schemas.openxmlformats.org/drawingml/2006/main">
              <a:ext uri="{FF2B5EF4-FFF2-40B4-BE49-F238E27FC236}">
                <a16:creationId xmlns:a16="http://schemas.microsoft.com/office/drawing/2014/main" id="{3C9029B4-22F9-405D-BDB9-CEB252AB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</a:t>
            </a:r>
          </a:p>
        </p:txBody>
      </p:sp>
      <p:sp>
        <p:nvSpPr>
          <p:cNvPr id="16" name="format-table-v-1-1">
            <a:extLst xmlns:a="http://schemas.openxmlformats.org/drawingml/2006/main">
              <a:ext uri="{FF2B5EF4-FFF2-40B4-BE49-F238E27FC236}">
                <a16:creationId xmlns:a16="http://schemas.microsoft.com/office/drawing/2014/main" id="{9622F9FD-F1D2-47E7-B58A-3ACC0A42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98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format-table-1-2">
            <a:extLst xmlns:a="http://schemas.openxmlformats.org/drawingml/2006/main">
              <a:ext uri="{FF2B5EF4-FFF2-40B4-BE49-F238E27FC236}">
                <a16:creationId xmlns:a16="http://schemas.microsoft.com/office/drawing/2014/main" id="{3C3C21F7-BC83-4D11-8D40-80F12CA7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860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Code-checked</a:t>
            </a:r>
          </a:p>
        </p:txBody>
      </p:sp>
      <p:sp>
        <p:nvSpPr>
          <p:cNvPr id="18" name="format-table-row-2">
            <a:extLst xmlns:a="http://schemas.openxmlformats.org/drawingml/2006/main">
              <a:ext uri="{FF2B5EF4-FFF2-40B4-BE49-F238E27FC236}">
                <a16:creationId xmlns:a16="http://schemas.microsoft.com/office/drawing/2014/main" id="{8A593654-0677-44EF-A894-380732B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ormat-table-2-0">
            <a:extLst xmlns:a="http://schemas.openxmlformats.org/drawingml/2006/main">
              <a:ext uri="{FF2B5EF4-FFF2-40B4-BE49-F238E27FC236}">
                <a16:creationId xmlns:a16="http://schemas.microsoft.com/office/drawing/2014/main" id="{FB83E7F6-CC1E-4C01-BEF7-273D06FC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Compressed BA</a:t>
            </a:r>
          </a:p>
        </p:txBody>
      </p:sp>
      <p:sp>
        <p:nvSpPr>
          <p:cNvPr id="20" name="format-table-v-2-0">
            <a:extLst xmlns:a="http://schemas.openxmlformats.org/drawingml/2006/main">
              <a:ext uri="{FF2B5EF4-FFF2-40B4-BE49-F238E27FC236}">
                <a16:creationId xmlns:a16="http://schemas.microsoft.com/office/drawing/2014/main" id="{2D28F722-F1CC-4A87-AA76-99736489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format-table-2-1">
            <a:extLst xmlns:a="http://schemas.openxmlformats.org/drawingml/2006/main">
              <a:ext uri="{FF2B5EF4-FFF2-40B4-BE49-F238E27FC236}">
                <a16:creationId xmlns:a16="http://schemas.microsoft.com/office/drawing/2014/main" id="{9C0FB84F-FB2C-4549-B8BE-4F75F88A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718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</a:t>
            </a:r>
          </a:p>
        </p:txBody>
      </p:sp>
      <p:sp>
        <p:nvSpPr>
          <p:cNvPr id="22" name="format-table-v-2-1">
            <a:extLst xmlns:a="http://schemas.openxmlformats.org/drawingml/2006/main">
              <a:ext uri="{FF2B5EF4-FFF2-40B4-BE49-F238E27FC236}">
                <a16:creationId xmlns:a16="http://schemas.microsoft.com/office/drawing/2014/main" id="{63EB9CEB-AA7F-4861-BE0C-8E9B230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format-table-2-2">
            <a:extLst xmlns:a="http://schemas.openxmlformats.org/drawingml/2006/main">
              <a:ext uri="{FF2B5EF4-FFF2-40B4-BE49-F238E27FC236}">
                <a16:creationId xmlns:a16="http://schemas.microsoft.com/office/drawing/2014/main" id="{A8D067A5-F82E-4E67-BCAD-D0AF72D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2,217 BA verified</a:t>
            </a:r>
          </a:p>
        </p:txBody>
      </p:sp>
      <p:sp>
        <p:nvSpPr>
          <p:cNvPr id="24" name="format-table-row-3">
            <a:extLst xmlns:a="http://schemas.openxmlformats.org/drawingml/2006/main">
              <a:ext uri="{FF2B5EF4-FFF2-40B4-BE49-F238E27FC236}">
                <a16:creationId xmlns:a16="http://schemas.microsoft.com/office/drawing/2014/main" id="{C5F8AB89-EDA7-472E-A9B0-52AFB6A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format-table-3-0">
            <a:extLst xmlns:a="http://schemas.openxmlformats.org/drawingml/2006/main">
              <a:ext uri="{FF2B5EF4-FFF2-40B4-BE49-F238E27FC236}">
                <a16:creationId xmlns:a16="http://schemas.microsoft.com/office/drawing/2014/main" id="{D828CA1E-1069-4C88-8F69-4F70882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Extended Compressed</a:t>
            </a:r>
          </a:p>
        </p:txBody>
      </p:sp>
      <p:sp>
        <p:nvSpPr>
          <p:cNvPr id="26" name="format-table-v-3-0">
            <a:extLst xmlns:a="http://schemas.openxmlformats.org/drawingml/2006/main">
              <a:ext uri="{FF2B5EF4-FFF2-40B4-BE49-F238E27FC236}">
                <a16:creationId xmlns:a16="http://schemas.microsoft.com/office/drawing/2014/main" id="{7F22C834-7F62-48E5-B54D-7A0D657A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format-table-3-1">
            <a:extLst xmlns:a="http://schemas.openxmlformats.org/drawingml/2006/main">
              <a:ext uri="{FF2B5EF4-FFF2-40B4-BE49-F238E27FC236}">
                <a16:creationId xmlns:a16="http://schemas.microsoft.com/office/drawing/2014/main" id="{9BA5A504-7A3D-401D-A5D5-9A6193A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576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</a:t>
            </a:r>
          </a:p>
        </p:txBody>
      </p:sp>
      <p:sp>
        <p:nvSpPr>
          <p:cNvPr id="28" name="format-table-v-3-1">
            <a:extLst xmlns:a="http://schemas.openxmlformats.org/drawingml/2006/main">
              <a:ext uri="{FF2B5EF4-FFF2-40B4-BE49-F238E27FC236}">
                <a16:creationId xmlns:a16="http://schemas.microsoft.com/office/drawing/2014/main" id="{CAAEB187-0CE2-403A-B2C2-B9602DE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814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format-table-3-2">
            <a:extLst xmlns:a="http://schemas.openxmlformats.org/drawingml/2006/main">
              <a:ext uri="{FF2B5EF4-FFF2-40B4-BE49-F238E27FC236}">
                <a16:creationId xmlns:a16="http://schemas.microsoft.com/office/drawing/2014/main" id="{F4DD57A9-5202-42F5-8C04-467E15B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576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Code-checked</a:t>
            </a:r>
          </a:p>
        </p:txBody>
      </p:sp>
      <p:sp>
        <p:nvSpPr>
          <p:cNvPr id="30" name="format-table-row-4">
            <a:extLst xmlns:a="http://schemas.openxmlformats.org/drawingml/2006/main">
              <a:ext uri="{FF2B5EF4-FFF2-40B4-BE49-F238E27FC236}">
                <a16:creationId xmlns:a16="http://schemas.microsoft.com/office/drawing/2014/main" id="{98EF04EB-7329-499E-AF7E-B8FE4E1F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format-table-4-0">
            <a:extLst xmlns:a="http://schemas.openxmlformats.org/drawingml/2006/main">
              <a:ext uri="{FF2B5EF4-FFF2-40B4-BE49-F238E27FC236}">
                <a16:creationId xmlns:a16="http://schemas.microsoft.com/office/drawing/2014/main" id="{8521EA2B-7AB5-493A-B846-BA63480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Multi-TID</a:t>
            </a:r>
          </a:p>
        </p:txBody>
      </p:sp>
      <p:sp>
        <p:nvSpPr>
          <p:cNvPr id="32" name="format-table-v-4-0">
            <a:extLst xmlns:a="http://schemas.openxmlformats.org/drawingml/2006/main">
              <a:ext uri="{FF2B5EF4-FFF2-40B4-BE49-F238E27FC236}">
                <a16:creationId xmlns:a16="http://schemas.microsoft.com/office/drawing/2014/main" id="{9666FF39-2222-41E3-A494-9B44FE4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format-table-4-1">
            <a:extLst xmlns:a="http://schemas.openxmlformats.org/drawingml/2006/main">
              <a:ext uri="{FF2B5EF4-FFF2-40B4-BE49-F238E27FC236}">
                <a16:creationId xmlns:a16="http://schemas.microsoft.com/office/drawing/2014/main" id="{444CB61A-C033-47BB-A611-C67A9B3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</a:t>
            </a:r>
          </a:p>
        </p:txBody>
      </p:sp>
      <p:sp>
        <p:nvSpPr>
          <p:cNvPr id="34" name="format-table-v-4-1">
            <a:extLst xmlns:a="http://schemas.openxmlformats.org/drawingml/2006/main">
              <a:ext uri="{FF2B5EF4-FFF2-40B4-BE49-F238E27FC236}">
                <a16:creationId xmlns:a16="http://schemas.microsoft.com/office/drawing/2014/main" id="{1100B9FD-C1B1-4C6E-A9E2-B454CFF0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5" name="format-table-4-2">
            <a:extLst xmlns:a="http://schemas.openxmlformats.org/drawingml/2006/main">
              <a:ext uri="{FF2B5EF4-FFF2-40B4-BE49-F238E27FC236}">
                <a16:creationId xmlns:a16="http://schemas.microsoft.com/office/drawing/2014/main" id="{8768316A-415A-4926-90AB-90441C1D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434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Code-checked</a:t>
            </a:r>
          </a:p>
        </p:txBody>
      </p:sp>
      <p:sp>
        <p:nvSpPr>
          <p:cNvPr id="36" name="format-table-row-5">
            <a:extLst xmlns:a="http://schemas.openxmlformats.org/drawingml/2006/main">
              <a:ext uri="{FF2B5EF4-FFF2-40B4-BE49-F238E27FC236}">
                <a16:creationId xmlns:a16="http://schemas.microsoft.com/office/drawing/2014/main" id="{88A67510-2A1A-496E-AC6A-3F1085B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135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format-table-5-0">
            <a:extLst xmlns:a="http://schemas.openxmlformats.org/drawingml/2006/main">
              <a:ext uri="{FF2B5EF4-FFF2-40B4-BE49-F238E27FC236}">
                <a16:creationId xmlns:a16="http://schemas.microsoft.com/office/drawing/2014/main" id="{EA3C7F6A-CE1B-41C5-98B5-55F87CFC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Multi-STA / GCR</a:t>
            </a:r>
          </a:p>
        </p:txBody>
      </p:sp>
      <p:sp>
        <p:nvSpPr>
          <p:cNvPr id="38" name="format-table-v-5-0">
            <a:extLst xmlns:a="http://schemas.openxmlformats.org/drawingml/2006/main">
              <a:ext uri="{FF2B5EF4-FFF2-40B4-BE49-F238E27FC236}">
                <a16:creationId xmlns:a16="http://schemas.microsoft.com/office/drawing/2014/main" id="{01113468-F4E3-4C62-963B-AAC440B0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9" name="format-table-5-1">
            <a:extLst xmlns:a="http://schemas.openxmlformats.org/drawingml/2006/main">
              <a:ext uri="{FF2B5EF4-FFF2-40B4-BE49-F238E27FC236}">
                <a16:creationId xmlns:a16="http://schemas.microsoft.com/office/drawing/2014/main" id="{68D2B14A-06AE-4666-B91B-3DA6B475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29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Excluded</a:t>
            </a:r>
          </a:p>
        </p:txBody>
      </p:sp>
      <p:sp>
        <p:nvSpPr>
          <p:cNvPr id="40" name="format-table-v-5-1">
            <a:extLst xmlns:a="http://schemas.openxmlformats.org/drawingml/2006/main">
              <a:ext uri="{FF2B5EF4-FFF2-40B4-BE49-F238E27FC236}">
                <a16:creationId xmlns:a16="http://schemas.microsoft.com/office/drawing/2014/main" id="{708F0CE8-4A51-4AAA-8694-62BE75F1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1" name="format-table-5-2">
            <a:extLst xmlns:a="http://schemas.openxmlformats.org/drawingml/2006/main">
              <a:ext uri="{FF2B5EF4-FFF2-40B4-BE49-F238E27FC236}">
                <a16:creationId xmlns:a16="http://schemas.microsoft.com/office/drawing/2014/main" id="{92D009C8-FF50-41C9-AA52-18EBDA13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292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Unsupported counter</a:t>
            </a:r>
          </a:p>
        </p:txBody>
      </p:sp>
      <p:sp>
        <p:nvSpPr>
          <p:cNvPr id="42" name="format-note-bg">
            <a:extLst xmlns:a="http://schemas.openxmlformats.org/drawingml/2006/main">
              <a:ext uri="{FF2B5EF4-FFF2-40B4-BE49-F238E27FC236}">
                <a16:creationId xmlns:a16="http://schemas.microsoft.com/office/drawing/2014/main" id="{C635989F-419A-4077-9E83-C6E1FB5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format-note-text">
            <a:extLst xmlns:a="http://schemas.openxmlformats.org/drawingml/2006/main">
              <a:ext uri="{FF2B5EF4-FFF2-40B4-BE49-F238E27FC236}">
                <a16:creationId xmlns:a16="http://schemas.microsoft.com/office/drawing/2014/main" id="{3561BB3D-6916-4025-A4B0-5F97D6A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91225"/>
            <a:ext cx="994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5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The BA window upper bound reflects the number of sequence positions represented—not simply the byte count.</a:t>
            </a:r>
          </a:p>
        </p:txBody>
      </p:sp>
    </p:spTree>
    <p:extLst>
      <p:ext uri="{BB962C8B-B14F-4D97-AF65-F5344CB8AC3E}">
        <p14:creationId xmlns:p14="http://schemas.microsoft.com/office/powerpoint/2010/main" val="4867577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25">
            <a:extLst xmlns:a="http://schemas.openxmlformats.org/drawingml/2006/main">
              <a:ext uri="{FF2B5EF4-FFF2-40B4-BE49-F238E27FC236}">
                <a16:creationId xmlns:a16="http://schemas.microsoft.com/office/drawing/2014/main" id="{17B47D2F-58A2-4E7B-85F5-F3BA4FE4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3D1DFDE3-FE9E-497C-BBD1-C2B8ED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Turn a long capture into one interval</a:t>
            </a:r>
          </a:p>
        </p:txBody>
      </p:sp>
      <p:sp>
        <p:nvSpPr>
          <p:cNvPr id="3" name="rule-25">
            <a:extLst xmlns:a="http://schemas.openxmlformats.org/drawingml/2006/main">
              <a:ext uri="{FF2B5EF4-FFF2-40B4-BE49-F238E27FC236}">
                <a16:creationId xmlns:a16="http://schemas.microsoft.com/office/drawing/2014/main" id="{D8ABEB39-B152-48E6-9DC6-2B5BB42D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5">
            <a:extLst xmlns:a="http://schemas.openxmlformats.org/drawingml/2006/main">
              <a:ext uri="{FF2B5EF4-FFF2-40B4-BE49-F238E27FC236}">
                <a16:creationId xmlns:a16="http://schemas.microsoft.com/office/drawing/2014/main" id="{41488BE3-2108-4101-9FED-B3DC284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Real capture: WQCPC-13082/20260421_062701_20M_CH6_DONT_CARE.pcap · normal replay used as the focused interval</a:t>
            </a:r>
          </a:p>
        </p:txBody>
      </p:sp>
      <p:sp>
        <p:nvSpPr>
          <p:cNvPr id="5" name="number-25">
            <a:extLst xmlns:a="http://schemas.openxmlformats.org/drawingml/2006/main">
              <a:ext uri="{FF2B5EF4-FFF2-40B4-BE49-F238E27FC236}">
                <a16:creationId xmlns:a16="http://schemas.microsoft.com/office/drawing/2014/main" id="{B0103AD2-E92B-47F7-AE8C-03A6C556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1f8bc8a994c35"/>
          <a:srcRect xmlns:a="http://schemas.openxmlformats.org/drawingml/2006/main" l="0" t="10081" r="0" b="100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4762500" cy="31432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7e45ec8064ccd"/>
          <a:srcRect xmlns:a="http://schemas.openxmlformats.org/drawingml/2006/main" l="4040" t="0" r="4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428750"/>
            <a:ext cx="52006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workflow-arrow-symbol">
            <a:extLst xmlns:a="http://schemas.openxmlformats.org/drawingml/2006/main">
              <a:ext uri="{FF2B5EF4-FFF2-40B4-BE49-F238E27FC236}">
                <a16:creationId xmlns:a16="http://schemas.microsoft.com/office/drawing/2014/main" id="{D1759F04-E361-423F-8038-8739DEB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762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9" name="workflow-left-bg">
            <a:extLst xmlns:a="http://schemas.openxmlformats.org/drawingml/2006/main">
              <a:ext uri="{FF2B5EF4-FFF2-40B4-BE49-F238E27FC236}">
                <a16:creationId xmlns:a16="http://schemas.microsoft.com/office/drawing/2014/main" id="{0F39A582-ED55-4ADC-BF87-749351FD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0125"/>
            <a:ext cx="476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workflow-left-text">
            <a:extLst xmlns:a="http://schemas.openxmlformats.org/drawingml/2006/main">
              <a:ext uri="{FF2B5EF4-FFF2-40B4-BE49-F238E27FC236}">
                <a16:creationId xmlns:a16="http://schemas.microsoft.com/office/drawing/2014/main" id="{D434B67D-2EF6-4543-960B-052B642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4196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1 · choose pair + TID
2 · enable only the needed layers
3 · rectangle-zoom</a:t>
            </a:r>
          </a:p>
        </p:txBody>
      </p:sp>
      <p:sp>
        <p:nvSpPr>
          <p:cNvPr id="11" name="workflow-right-bg">
            <a:extLst xmlns:a="http://schemas.openxmlformats.org/drawingml/2006/main">
              <a:ext uri="{FF2B5EF4-FFF2-40B4-BE49-F238E27FC236}">
                <a16:creationId xmlns:a16="http://schemas.microsoft.com/office/drawing/2014/main" id="{1CE4D2C5-C9A2-4039-83A9-4188BB4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5200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workflow-right-text">
            <a:extLst xmlns:a="http://schemas.openxmlformats.org/drawingml/2006/main">
              <a:ext uri="{FF2B5EF4-FFF2-40B4-BE49-F238E27FC236}">
                <a16:creationId xmlns:a16="http://schemas.microsoft.com/office/drawing/2014/main" id="{C33D5419-B678-4799-B3E7-9975C90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43475"/>
            <a:ext cx="4857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4 · read the live summary
5 · click markers back to frames
6 · check FCS and capture visibility</a:t>
            </a:r>
          </a:p>
        </p:txBody>
      </p:sp>
    </p:spTree>
    <p:extLst>
      <p:ext uri="{BB962C8B-B14F-4D97-AF65-F5344CB8AC3E}">
        <p14:creationId xmlns:p14="http://schemas.microsoft.com/office/powerpoint/2010/main" val="19949182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6">
            <a:extLst xmlns:a="http://schemas.openxmlformats.org/drawingml/2006/main">
              <a:ext uri="{FF2B5EF4-FFF2-40B4-BE49-F238E27FC236}">
                <a16:creationId xmlns:a16="http://schemas.microsoft.com/office/drawing/2014/main" id="{151B9D86-1637-4047-94B4-404EC59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DBD50451-9DEF-4445-B02B-05872E3D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same six questions every time</a:t>
            </a:r>
          </a:p>
        </p:txBody>
      </p:sp>
      <p:sp>
        <p:nvSpPr>
          <p:cNvPr id="3" name="rule-26">
            <a:extLst xmlns:a="http://schemas.openxmlformats.org/drawingml/2006/main">
              <a:ext uri="{FF2B5EF4-FFF2-40B4-BE49-F238E27FC236}">
                <a16:creationId xmlns:a16="http://schemas.microsoft.com/office/drawing/2014/main" id="{76C68227-8239-4B4E-9129-D56F02F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6">
            <a:extLst xmlns:a="http://schemas.openxmlformats.org/drawingml/2006/main">
              <a:ext uri="{FF2B5EF4-FFF2-40B4-BE49-F238E27FC236}">
                <a16:creationId xmlns:a16="http://schemas.microsoft.com/office/drawing/2014/main" id="{7563916C-0559-4F7C-8061-13FD1AF2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 repeatable interpretation sequence reduces false loss conclusions.</a:t>
            </a:r>
          </a:p>
        </p:txBody>
      </p:sp>
      <p:sp>
        <p:nvSpPr>
          <p:cNvPr id="5" name="number-26">
            <a:extLst xmlns:a="http://schemas.openxmlformats.org/drawingml/2006/main">
              <a:ext uri="{FF2B5EF4-FFF2-40B4-BE49-F238E27FC236}">
                <a16:creationId xmlns:a16="http://schemas.microsoft.com/office/drawing/2014/main" id="{A173D369-E7D3-4771-AEA2-48A447D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33f1b2af74add"/>
          <a:srcRect xmlns:a="http://schemas.openxmlformats.org/drawingml/2006/main" l="0" t="14730" r="0" b="1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7" name="step-0-bg">
            <a:extLst xmlns:a="http://schemas.openxmlformats.org/drawingml/2006/main">
              <a:ext uri="{FF2B5EF4-FFF2-40B4-BE49-F238E27FC236}">
                <a16:creationId xmlns:a16="http://schemas.microsoft.com/office/drawing/2014/main" id="{3B82E5B2-2AA5-4B8B-9121-1B2C8649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5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tep-0-text">
            <a:extLst xmlns:a="http://schemas.openxmlformats.org/drawingml/2006/main">
              <a:ext uri="{FF2B5EF4-FFF2-40B4-BE49-F238E27FC236}">
                <a16:creationId xmlns:a16="http://schemas.microsoft.com/office/drawing/2014/main" id="{F1B3A811-E4CF-43E9-AC54-FC6DDDB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1 · Pair + TID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03de668284588"/>
          <a:srcRect xmlns:a="http://schemas.openxmlformats.org/drawingml/2006/main" l="0" t="27413" r="0" b="27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428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10" name="step-1-bg">
            <a:extLst xmlns:a="http://schemas.openxmlformats.org/drawingml/2006/main">
              <a:ext uri="{FF2B5EF4-FFF2-40B4-BE49-F238E27FC236}">
                <a16:creationId xmlns:a16="http://schemas.microsoft.com/office/drawing/2014/main" id="{E3795C7E-1CAF-4362-818D-1AE5C9E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ep-1-text">
            <a:extLst xmlns:a="http://schemas.openxmlformats.org/drawingml/2006/main">
              <a:ext uri="{FF2B5EF4-FFF2-40B4-BE49-F238E27FC236}">
                <a16:creationId xmlns:a16="http://schemas.microsoft.com/office/drawing/2014/main" id="{F11E4BE6-71DE-4962-8487-75DEC26B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38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2 · Agreement epoch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b6216ec3b4e4e"/>
          <a:srcRect xmlns:a="http://schemas.openxmlformats.org/drawingml/2006/main" l="0" t="14730" r="0" b="1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428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13" name="step-2-bg">
            <a:extLst xmlns:a="http://schemas.openxmlformats.org/drawingml/2006/main">
              <a:ext uri="{FF2B5EF4-FFF2-40B4-BE49-F238E27FC236}">
                <a16:creationId xmlns:a16="http://schemas.microsoft.com/office/drawing/2014/main" id="{EC3C4E1A-9D51-4B20-9872-53B1CBFE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05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tep-2-text">
            <a:extLst xmlns:a="http://schemas.openxmlformats.org/drawingml/2006/main">
              <a:ext uri="{FF2B5EF4-FFF2-40B4-BE49-F238E27FC236}">
                <a16:creationId xmlns:a16="http://schemas.microsoft.com/office/drawing/2014/main" id="{C83C8CE6-4938-4C2B-AB08-B9031E3B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38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3 · SSN + BAR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c92e4fabe4b5f"/>
          <a:srcRect xmlns:a="http://schemas.openxmlformats.org/drawingml/2006/main" l="0" t="14730" r="0" b="1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3714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16" name="step-3-bg">
            <a:extLst xmlns:a="http://schemas.openxmlformats.org/drawingml/2006/main">
              <a:ext uri="{FF2B5EF4-FFF2-40B4-BE49-F238E27FC236}">
                <a16:creationId xmlns:a16="http://schemas.microsoft.com/office/drawing/2014/main" id="{C47655B1-9DF3-4478-B0C4-18768E9D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91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3-text">
            <a:extLst xmlns:a="http://schemas.openxmlformats.org/drawingml/2006/main">
              <a:ext uri="{FF2B5EF4-FFF2-40B4-BE49-F238E27FC236}">
                <a16:creationId xmlns:a16="http://schemas.microsoft.com/office/drawing/2014/main" id="{C655A4B0-759F-4EAD-B409-5EC4C524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4 · Bitmap history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a513019df4ca0"/>
          <a:srcRect xmlns:a="http://schemas.openxmlformats.org/drawingml/2006/main" l="0" t="26297" r="0" b="26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3714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19" name="step-4-bg">
            <a:extLst xmlns:a="http://schemas.openxmlformats.org/drawingml/2006/main">
              <a:ext uri="{FF2B5EF4-FFF2-40B4-BE49-F238E27FC236}">
                <a16:creationId xmlns:a16="http://schemas.microsoft.com/office/drawing/2014/main" id="{0D6C1294-6E98-470B-BE14-4A6955A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tep-4-text">
            <a:extLst xmlns:a="http://schemas.openxmlformats.org/drawingml/2006/main">
              <a:ext uri="{FF2B5EF4-FFF2-40B4-BE49-F238E27FC236}">
                <a16:creationId xmlns:a16="http://schemas.microsoft.com/office/drawing/2014/main" id="{EA873ECC-4709-472C-96A0-FD0CB8F0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5 · MPDU + retry evidence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04b4499a147b9"/>
          <a:srcRect xmlns:a="http://schemas.openxmlformats.org/drawingml/2006/main" l="0" t="27413" r="0" b="27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3714750"/>
            <a:ext cx="3524250" cy="1381125"/>
          </a:xfrm>
          <a:prstGeom xmlns:a="http://schemas.openxmlformats.org/drawingml/2006/main" prst="rect">
            <a:avLst/>
          </a:prstGeom>
        </p:spPr>
      </p:pic>
      <p:sp>
        <p:nvSpPr>
          <p:cNvPr id="22" name="step-5-bg">
            <a:extLst xmlns:a="http://schemas.openxmlformats.org/drawingml/2006/main">
              <a:ext uri="{FF2B5EF4-FFF2-40B4-BE49-F238E27FC236}">
                <a16:creationId xmlns:a16="http://schemas.microsoft.com/office/drawing/2014/main" id="{F2008EFA-5596-436D-96AD-C90DADC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91125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tep-5-text">
            <a:extLst xmlns:a="http://schemas.openxmlformats.org/drawingml/2006/main">
              <a:ext uri="{FF2B5EF4-FFF2-40B4-BE49-F238E27FC236}">
                <a16:creationId xmlns:a16="http://schemas.microsoft.com/office/drawing/2014/main" id="{0E69F287-04BB-4820-B733-C0422C59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24475"/>
            <a:ext cx="3181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6 · FCS + capture quality</a:t>
            </a:r>
          </a:p>
        </p:txBody>
      </p:sp>
    </p:spTree>
    <p:extLst>
      <p:ext uri="{BB962C8B-B14F-4D97-AF65-F5344CB8AC3E}">
        <p14:creationId xmlns:p14="http://schemas.microsoft.com/office/powerpoint/2010/main" val="413205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7">
            <a:extLst xmlns:a="http://schemas.openxmlformats.org/drawingml/2006/main">
              <a:ext uri="{FF2B5EF4-FFF2-40B4-BE49-F238E27FC236}">
                <a16:creationId xmlns:a16="http://schemas.microsoft.com/office/drawing/2014/main" id="{CC8418D2-6CB0-40BE-8C12-335EB1F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LIMITATIONS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50805FBF-AE20-47E1-91CC-B9965BB6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quality sets the confidence ceiling</a:t>
            </a:r>
          </a:p>
        </p:txBody>
      </p:sp>
      <p:sp>
        <p:nvSpPr>
          <p:cNvPr id="3" name="rule-27">
            <a:extLst xmlns:a="http://schemas.openxmlformats.org/drawingml/2006/main">
              <a:ext uri="{FF2B5EF4-FFF2-40B4-BE49-F238E27FC236}">
                <a16:creationId xmlns:a16="http://schemas.microsoft.com/office/drawing/2014/main" id="{B9566E7F-B0A3-4281-A162-1C4A6DD5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7">
            <a:extLst xmlns:a="http://schemas.openxmlformats.org/drawingml/2006/main">
              <a:ext uri="{FF2B5EF4-FFF2-40B4-BE49-F238E27FC236}">
                <a16:creationId xmlns:a16="http://schemas.microsoft.com/office/drawing/2014/main" id="{C71E0242-FC26-44E9-84FE-C43B9A8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Examples are capture evidence; receiver-internal delivery state is not directly observed.</a:t>
            </a:r>
          </a:p>
        </p:txBody>
      </p:sp>
      <p:sp>
        <p:nvSpPr>
          <p:cNvPr id="5" name="number-27">
            <a:extLst xmlns:a="http://schemas.openxmlformats.org/drawingml/2006/main">
              <a:ext uri="{FF2B5EF4-FFF2-40B4-BE49-F238E27FC236}">
                <a16:creationId xmlns:a16="http://schemas.microsoft.com/office/drawing/2014/main" id="{8489B2DF-368C-4CBC-8750-8965BC2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4abf2183f4c96"/>
          <a:srcRect xmlns:a="http://schemas.openxmlformats.org/drawingml/2006/main" l="0" t="13977" r="0" b="13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5334000" cy="3333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4bc0577a84811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428750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limit-fcs-bg">
            <a:extLst xmlns:a="http://schemas.openxmlformats.org/drawingml/2006/main">
              <a:ext uri="{FF2B5EF4-FFF2-40B4-BE49-F238E27FC236}">
                <a16:creationId xmlns:a16="http://schemas.microsoft.com/office/drawing/2014/main" id="{3947FBFC-5243-421C-83B4-D4CF673B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imit-fcs-text">
            <a:extLst xmlns:a="http://schemas.openxmlformats.org/drawingml/2006/main">
              <a:ext uri="{FF2B5EF4-FFF2-40B4-BE49-F238E27FC236}">
                <a16:creationId xmlns:a16="http://schemas.microsoft.com/office/drawing/2014/main" id="{3782B10B-95AB-4931-B369-7420888C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6F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bad FCS
Decoded, but untrusted</a:t>
            </a:r>
          </a:p>
        </p:txBody>
      </p:sp>
      <p:sp>
        <p:nvSpPr>
          <p:cNvPr id="10" name="limit-hole-bg">
            <a:extLst xmlns:a="http://schemas.openxmlformats.org/drawingml/2006/main">
              <a:ext uri="{FF2B5EF4-FFF2-40B4-BE49-F238E27FC236}">
                <a16:creationId xmlns:a16="http://schemas.microsoft.com/office/drawing/2014/main" id="{C12EA2FF-14B1-4E70-9FE6-ADE855E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imit-hole-text">
            <a:extLst xmlns:a="http://schemas.openxmlformats.org/drawingml/2006/main">
              <a:ext uri="{FF2B5EF4-FFF2-40B4-BE49-F238E27FC236}">
                <a16:creationId xmlns:a16="http://schemas.microsoft.com/office/drawing/2014/main" id="{C7319A7A-4D92-4AE5-88CA-860F3A2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1D1D"/>
                </a:solidFill>
                <a:latin typeface="Helvetica Neue"/>
                <a:ea typeface="Helvetica Neue"/>
                <a:cs typeface="Helvetica Neue"/>
              </a:defRPr>
            </a:pPr>
            <a:r>
              <a:t>Bitmap zero
No ACK observed—not proven loss</a:t>
            </a:r>
          </a:p>
        </p:txBody>
      </p:sp>
    </p:spTree>
    <p:extLst>
      <p:ext uri="{BB962C8B-B14F-4D97-AF65-F5344CB8AC3E}">
        <p14:creationId xmlns:p14="http://schemas.microsoft.com/office/powerpoint/2010/main" val="6698956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28">
            <a:extLst xmlns:a="http://schemas.openxmlformats.org/drawingml/2006/main">
              <a:ext uri="{FF2B5EF4-FFF2-40B4-BE49-F238E27FC236}">
                <a16:creationId xmlns:a16="http://schemas.microsoft.com/office/drawing/2014/main" id="{D6D6CE78-0822-490E-B02D-A2F5FB1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APPENDIX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21D653C2-F336-47D5-AA39-56739DAC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cases behind these examples</a:t>
            </a:r>
          </a:p>
        </p:txBody>
      </p:sp>
      <p:sp>
        <p:nvSpPr>
          <p:cNvPr id="3" name="rule-28">
            <a:extLst xmlns:a="http://schemas.openxmlformats.org/drawingml/2006/main">
              <a:ext uri="{FF2B5EF4-FFF2-40B4-BE49-F238E27FC236}">
                <a16:creationId xmlns:a16="http://schemas.microsoft.com/office/drawing/2014/main" id="{BFE8F15C-816F-4EDD-BC5A-08FAB2B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8">
            <a:extLst xmlns:a="http://schemas.openxmlformats.org/drawingml/2006/main">
              <a:ext uri="{FF2B5EF4-FFF2-40B4-BE49-F238E27FC236}">
                <a16:creationId xmlns:a16="http://schemas.microsoft.com/office/drawing/2014/main" id="{E8FD2503-8346-4382-A4EE-F1B934D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Local capture extraction, renderer replay, and current source inspection.</a:t>
            </a:r>
          </a:p>
        </p:txBody>
      </p:sp>
      <p:sp>
        <p:nvSpPr>
          <p:cNvPr id="5" name="number-28">
            <a:extLst xmlns:a="http://schemas.openxmlformats.org/drawingml/2006/main">
              <a:ext uri="{FF2B5EF4-FFF2-40B4-BE49-F238E27FC236}">
                <a16:creationId xmlns:a16="http://schemas.microsoft.com/office/drawing/2014/main" id="{E1724314-756F-4438-B26B-E7AD6C0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28</a:t>
            </a:r>
          </a:p>
        </p:txBody>
      </p:sp>
      <p:sp>
        <p:nvSpPr>
          <p:cNvPr id="6" name="tests-table-row-0">
            <a:extLst xmlns:a="http://schemas.openxmlformats.org/drawingml/2006/main">
              <a:ext uri="{FF2B5EF4-FFF2-40B4-BE49-F238E27FC236}">
                <a16:creationId xmlns:a16="http://schemas.microsoft.com/office/drawing/2014/main" id="{C9393B6F-E045-4B48-BA04-15DD31B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sts-table-0-0">
            <a:extLst xmlns:a="http://schemas.openxmlformats.org/drawingml/2006/main">
              <a:ext uri="{FF2B5EF4-FFF2-40B4-BE49-F238E27FC236}">
                <a16:creationId xmlns:a16="http://schemas.microsoft.com/office/drawing/2014/main" id="{7D21D7C6-D0B2-4BD1-8C58-A691537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Case</a:t>
            </a:r>
          </a:p>
        </p:txBody>
      </p:sp>
      <p:sp>
        <p:nvSpPr>
          <p:cNvPr id="8" name="tests-table-v-0-0">
            <a:extLst xmlns:a="http://schemas.openxmlformats.org/drawingml/2006/main">
              <a:ext uri="{FF2B5EF4-FFF2-40B4-BE49-F238E27FC236}">
                <a16:creationId xmlns:a16="http://schemas.microsoft.com/office/drawing/2014/main" id="{D11C0D2C-1681-443B-9139-5D2D14BA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811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sts-table-0-1">
            <a:extLst xmlns:a="http://schemas.openxmlformats.org/drawingml/2006/main">
              <a:ext uri="{FF2B5EF4-FFF2-40B4-BE49-F238E27FC236}">
                <a16:creationId xmlns:a16="http://schemas.microsoft.com/office/drawing/2014/main" id="{69EF52B8-30A8-450B-8FFB-92B178E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45732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result</a:t>
            </a:r>
          </a:p>
        </p:txBody>
      </p:sp>
      <p:sp>
        <p:nvSpPr>
          <p:cNvPr id="10" name="tests-table-row-1">
            <a:extLst xmlns:a="http://schemas.openxmlformats.org/drawingml/2006/main">
              <a:ext uri="{FF2B5EF4-FFF2-40B4-BE49-F238E27FC236}">
                <a16:creationId xmlns:a16="http://schemas.microsoft.com/office/drawing/2014/main" id="{6B11616B-15B5-45A3-A929-5E159CB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7167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sts-table-1-0">
            <a:extLst xmlns:a="http://schemas.openxmlformats.org/drawingml/2006/main">
              <a:ext uri="{FF2B5EF4-FFF2-40B4-BE49-F238E27FC236}">
                <a16:creationId xmlns:a16="http://schemas.microsoft.com/office/drawing/2014/main" id="{9A5AA8BC-F9C2-432B-AB67-BF241F2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inventory</a:t>
            </a:r>
          </a:p>
        </p:txBody>
      </p:sp>
      <p:sp>
        <p:nvSpPr>
          <p:cNvPr id="12" name="tests-table-v-1-0">
            <a:extLst xmlns:a="http://schemas.openxmlformats.org/drawingml/2006/main">
              <a:ext uri="{FF2B5EF4-FFF2-40B4-BE49-F238E27FC236}">
                <a16:creationId xmlns:a16="http://schemas.microsoft.com/office/drawing/2014/main" id="{1E630AB0-B180-448C-A105-C3C303F7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716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sts-table-1-1">
            <a:extLst xmlns:a="http://schemas.openxmlformats.org/drawingml/2006/main">
              <a:ext uri="{FF2B5EF4-FFF2-40B4-BE49-F238E27FC236}">
                <a16:creationId xmlns:a16="http://schemas.microsoft.com/office/drawing/2014/main" id="{28B800EB-54D7-4A13-873F-98C50C03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310,253 packets · radiotap IEEE 802.11 · 3,700.708032 s</a:t>
            </a:r>
          </a:p>
        </p:txBody>
      </p:sp>
      <p:sp>
        <p:nvSpPr>
          <p:cNvPr id="14" name="tests-table-row-2">
            <a:extLst xmlns:a="http://schemas.openxmlformats.org/drawingml/2006/main">
              <a:ext uri="{FF2B5EF4-FFF2-40B4-BE49-F238E27FC236}">
                <a16:creationId xmlns:a16="http://schemas.microsoft.com/office/drawing/2014/main" id="{32911393-95BC-4576-8B00-D66C9FE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6222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sts-table-2-0">
            <a:extLst xmlns:a="http://schemas.openxmlformats.org/drawingml/2006/main">
              <a:ext uri="{FF2B5EF4-FFF2-40B4-BE49-F238E27FC236}">
                <a16:creationId xmlns:a16="http://schemas.microsoft.com/office/drawing/2014/main" id="{A0AB2CF3-023A-455B-82AE-31463C60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BA / BAR extraction</a:t>
            </a:r>
          </a:p>
        </p:txBody>
      </p:sp>
      <p:sp>
        <p:nvSpPr>
          <p:cNvPr id="16" name="tests-table-v-2-0">
            <a:extLst xmlns:a="http://schemas.openxmlformats.org/drawingml/2006/main">
              <a:ext uri="{FF2B5EF4-FFF2-40B4-BE49-F238E27FC236}">
                <a16:creationId xmlns:a16="http://schemas.microsoft.com/office/drawing/2014/main" id="{3DF12984-9DEF-4D39-BFE6-7A8A04A8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622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sts-table-2-1">
            <a:extLst xmlns:a="http://schemas.openxmlformats.org/drawingml/2006/main">
              <a:ext uri="{FF2B5EF4-FFF2-40B4-BE49-F238E27FC236}">
                <a16:creationId xmlns:a16="http://schemas.microsoft.com/office/drawing/2014/main" id="{83C690B2-9329-42CE-B353-47F92FEA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3842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2,217 compressed BA · 234 compressed BAR</a:t>
            </a:r>
          </a:p>
        </p:txBody>
      </p:sp>
      <p:sp>
        <p:nvSpPr>
          <p:cNvPr id="18" name="tests-table-row-3">
            <a:extLst xmlns:a="http://schemas.openxmlformats.org/drawingml/2006/main">
              <a:ext uri="{FF2B5EF4-FFF2-40B4-BE49-F238E27FC236}">
                <a16:creationId xmlns:a16="http://schemas.microsoft.com/office/drawing/2014/main" id="{B7539703-E5D0-4DCD-9A40-5D736D73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5277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sts-table-3-0">
            <a:extLst xmlns:a="http://schemas.openxmlformats.org/drawingml/2006/main">
              <a:ext uri="{FF2B5EF4-FFF2-40B4-BE49-F238E27FC236}">
                <a16:creationId xmlns:a16="http://schemas.microsoft.com/office/drawing/2014/main" id="{2071C3A9-E1BE-4811-86D3-A5AA99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Normal replay</a:t>
            </a:r>
          </a:p>
        </p:txBody>
      </p:sp>
      <p:sp>
        <p:nvSpPr>
          <p:cNvPr id="20" name="tests-table-v-3-0">
            <a:extLst xmlns:a="http://schemas.openxmlformats.org/drawingml/2006/main">
              <a:ext uri="{FF2B5EF4-FFF2-40B4-BE49-F238E27FC236}">
                <a16:creationId xmlns:a16="http://schemas.microsoft.com/office/drawing/2014/main" id="{8AEC06DC-6240-484A-8550-8BD7462F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527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tests-table-3-1">
            <a:extLst xmlns:a="http://schemas.openxmlformats.org/drawingml/2006/main">
              <a:ext uri="{FF2B5EF4-FFF2-40B4-BE49-F238E27FC236}">
                <a16:creationId xmlns:a16="http://schemas.microsoft.com/office/drawing/2014/main" id="{D79940CE-A0DE-440F-B61F-CB8F842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2897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29 BA · 5 BAR · 213 MPDU · 35 ACK gaps</a:t>
            </a:r>
          </a:p>
        </p:txBody>
      </p:sp>
      <p:sp>
        <p:nvSpPr>
          <p:cNvPr id="22" name="tests-table-row-4">
            <a:extLst xmlns:a="http://schemas.openxmlformats.org/drawingml/2006/main">
              <a:ext uri="{FF2B5EF4-FFF2-40B4-BE49-F238E27FC236}">
                <a16:creationId xmlns:a16="http://schemas.microsoft.com/office/drawing/2014/main" id="{114CF5E9-AC88-4403-9E2D-EE830782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4332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sts-table-4-0">
            <a:extLst xmlns:a="http://schemas.openxmlformats.org/drawingml/2006/main">
              <a:ext uri="{FF2B5EF4-FFF2-40B4-BE49-F238E27FC236}">
                <a16:creationId xmlns:a16="http://schemas.microsoft.com/office/drawing/2014/main" id="{0A12DC39-6407-49E1-BD49-172CFE1C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952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Persistent replay</a:t>
            </a:r>
          </a:p>
        </p:txBody>
      </p:sp>
      <p:sp>
        <p:nvSpPr>
          <p:cNvPr id="24" name="tests-table-v-4-0">
            <a:extLst xmlns:a="http://schemas.openxmlformats.org/drawingml/2006/main">
              <a:ext uri="{FF2B5EF4-FFF2-40B4-BE49-F238E27FC236}">
                <a16:creationId xmlns:a16="http://schemas.microsoft.com/office/drawing/2014/main" id="{36EA5B52-3AAB-485B-A394-75B70F8A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433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tests-table-4-1">
            <a:extLst xmlns:a="http://schemas.openxmlformats.org/drawingml/2006/main">
              <a:ext uri="{FF2B5EF4-FFF2-40B4-BE49-F238E27FC236}">
                <a16:creationId xmlns:a16="http://schemas.microsoft.com/office/drawing/2014/main" id="{F7A58E91-BE0B-464D-81F1-61C1298C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952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21 BA · 444 set · 228 holes · 20 lifetimes</a:t>
            </a:r>
          </a:p>
        </p:txBody>
      </p:sp>
      <p:sp>
        <p:nvSpPr>
          <p:cNvPr id="26" name="tests-table-row-5">
            <a:extLst xmlns:a="http://schemas.openxmlformats.org/drawingml/2006/main">
              <a:ext uri="{FF2B5EF4-FFF2-40B4-BE49-F238E27FC236}">
                <a16:creationId xmlns:a16="http://schemas.microsoft.com/office/drawing/2014/main" id="{B83C9BEE-959F-44A0-9581-359A995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3387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sts-table-5-0">
            <a:extLst xmlns:a="http://schemas.openxmlformats.org/drawingml/2006/main">
              <a:ext uri="{FF2B5EF4-FFF2-40B4-BE49-F238E27FC236}">
                <a16:creationId xmlns:a16="http://schemas.microsoft.com/office/drawing/2014/main" id="{36A1C858-0863-4DCD-A395-06BAD8B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Wrap replay</a:t>
            </a:r>
          </a:p>
        </p:txBody>
      </p:sp>
      <p:sp>
        <p:nvSpPr>
          <p:cNvPr id="28" name="tests-table-v-5-0">
            <a:extLst xmlns:a="http://schemas.openxmlformats.org/drawingml/2006/main">
              <a:ext uri="{FF2B5EF4-FFF2-40B4-BE49-F238E27FC236}">
                <a16:creationId xmlns:a16="http://schemas.microsoft.com/office/drawing/2014/main" id="{F99F0A1B-4DB6-4ABB-A63B-A2F4FE1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338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tests-table-5-1">
            <a:extLst xmlns:a="http://schemas.openxmlformats.org/drawingml/2006/main">
              <a:ext uri="{FF2B5EF4-FFF2-40B4-BE49-F238E27FC236}">
                <a16:creationId xmlns:a16="http://schemas.microsoft.com/office/drawing/2014/main" id="{76DB5DD4-6923-468A-9B6D-08F98CF4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4086 … 4095, 0 … 10 stays continuous</a:t>
            </a:r>
          </a:p>
        </p:txBody>
      </p:sp>
      <p:sp>
        <p:nvSpPr>
          <p:cNvPr id="30" name="tests-table-row-6">
            <a:extLst xmlns:a="http://schemas.openxmlformats.org/drawingml/2006/main">
              <a:ext uri="{FF2B5EF4-FFF2-40B4-BE49-F238E27FC236}">
                <a16:creationId xmlns:a16="http://schemas.microsoft.com/office/drawing/2014/main" id="{33D4B918-4A96-49B2-B6ED-E23E47E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2442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sts-table-6-0">
            <a:extLst xmlns:a="http://schemas.openxmlformats.org/drawingml/2006/main">
              <a:ext uri="{FF2B5EF4-FFF2-40B4-BE49-F238E27FC236}">
                <a16:creationId xmlns:a16="http://schemas.microsoft.com/office/drawing/2014/main" id="{14621043-0DF7-4EA0-B6CE-392489D7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Bad-FCS classification</a:t>
            </a:r>
          </a:p>
        </p:txBody>
      </p:sp>
      <p:sp>
        <p:nvSpPr>
          <p:cNvPr id="32" name="tests-table-v-6-0">
            <a:extLst xmlns:a="http://schemas.openxmlformats.org/drawingml/2006/main">
              <a:ext uri="{FF2B5EF4-FFF2-40B4-BE49-F238E27FC236}">
                <a16:creationId xmlns:a16="http://schemas.microsoft.com/office/drawing/2014/main" id="{59441962-A6C9-438D-9555-B19212EA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2442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tests-table-6-1">
            <a:extLst xmlns:a="http://schemas.openxmlformats.org/drawingml/2006/main">
              <a:ext uri="{FF2B5EF4-FFF2-40B4-BE49-F238E27FC236}">
                <a16:creationId xmlns:a16="http://schemas.microsoft.com/office/drawing/2014/main" id="{C3DAF796-E778-489C-8A72-7D650899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Frames 29412, 29438, 29771, 29815</a:t>
            </a:r>
          </a:p>
        </p:txBody>
      </p:sp>
      <p:sp>
        <p:nvSpPr>
          <p:cNvPr id="34" name="tests-table-row-7">
            <a:extLst xmlns:a="http://schemas.openxmlformats.org/drawingml/2006/main">
              <a:ext uri="{FF2B5EF4-FFF2-40B4-BE49-F238E27FC236}">
                <a16:creationId xmlns:a16="http://schemas.microsoft.com/office/drawing/2014/main" id="{61813ED6-0300-4113-8E94-82153CB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14975"/>
            <a:ext cx="11353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tests-table-7-0">
            <a:extLst xmlns:a="http://schemas.openxmlformats.org/drawingml/2006/main">
              <a:ext uri="{FF2B5EF4-FFF2-40B4-BE49-F238E27FC236}">
                <a16:creationId xmlns:a16="http://schemas.microsoft.com/office/drawing/2014/main" id="{EC89DAE5-61A4-4717-BE2C-5AB8D85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91175"/>
            <a:ext cx="304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Agreement lifecycle</a:t>
            </a:r>
          </a:p>
        </p:txBody>
      </p:sp>
      <p:sp>
        <p:nvSpPr>
          <p:cNvPr id="36" name="tests-table-v-7-0">
            <a:extLst xmlns:a="http://schemas.openxmlformats.org/drawingml/2006/main">
              <a:ext uri="{FF2B5EF4-FFF2-40B4-BE49-F238E27FC236}">
                <a16:creationId xmlns:a16="http://schemas.microsoft.com/office/drawing/2014/main" id="{35D7C252-567C-469A-9AB4-0F51336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14975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7" name="tests-table-7-1">
            <a:extLst xmlns:a="http://schemas.openxmlformats.org/drawingml/2006/main">
              <a:ext uri="{FF2B5EF4-FFF2-40B4-BE49-F238E27FC236}">
                <a16:creationId xmlns:a16="http://schemas.microsoft.com/office/drawing/2014/main" id="{D72FFC83-8A69-4BD4-A0CF-8B7791EF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7924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Frames 12118 request · 12120 OK · 12192 DELBA</a:t>
            </a:r>
          </a:p>
        </p:txBody>
      </p:sp>
      <p:sp>
        <p:nvSpPr>
          <p:cNvPr id="38" name="tests-note-text">
            <a:extLst xmlns:a="http://schemas.openxmlformats.org/drawingml/2006/main">
              <a:ext uri="{FF2B5EF4-FFF2-40B4-BE49-F238E27FC236}">
                <a16:creationId xmlns:a16="http://schemas.microsoft.com/office/drawing/2014/main" id="{96F13BC0-FE7E-46E8-BCC8-AEC5AFC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00775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No dedicated automated GUI interaction test is claimed; visual behavior was inspected from the generated deck and source-backed captures.</a:t>
            </a:r>
          </a:p>
        </p:txBody>
      </p:sp>
    </p:spTree>
    <p:extLst>
      <p:ext uri="{BB962C8B-B14F-4D97-AF65-F5344CB8AC3E}">
        <p14:creationId xmlns:p14="http://schemas.microsoft.com/office/powerpoint/2010/main" val="16070020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29">
            <a:extLst xmlns:a="http://schemas.openxmlformats.org/drawingml/2006/main">
              <a:ext uri="{FF2B5EF4-FFF2-40B4-BE49-F238E27FC236}">
                <a16:creationId xmlns:a16="http://schemas.microsoft.com/office/drawing/2014/main" id="{2FCF3D5B-A0AC-4C76-97EE-CC650CA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749B"/>
                </a:solidFill>
                <a:latin typeface="Helvetica Neue"/>
                <a:ea typeface="Helvetica Neue"/>
                <a:cs typeface="Helvetica Neue"/>
              </a:defRPr>
            </a:pPr>
            <a:r>
              <a:t>APPENDIX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121266F7-2710-4090-8733-5DDD2993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index and control reference</a:t>
            </a:r>
          </a:p>
        </p:txBody>
      </p:sp>
      <p:sp>
        <p:nvSpPr>
          <p:cNvPr id="3" name="rule-29">
            <a:extLst xmlns:a="http://schemas.openxmlformats.org/drawingml/2006/main">
              <a:ext uri="{FF2B5EF4-FFF2-40B4-BE49-F238E27FC236}">
                <a16:creationId xmlns:a16="http://schemas.microsoft.com/office/drawing/2014/main" id="{2E9DCB99-808A-4EBE-B861-A2382046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9">
            <a:extLst xmlns:a="http://schemas.openxmlformats.org/drawingml/2006/main">
              <a:ext uri="{FF2B5EF4-FFF2-40B4-BE49-F238E27FC236}">
                <a16:creationId xmlns:a16="http://schemas.microsoft.com/office/drawing/2014/main" id="{885801BA-045C-444B-8828-6B2184F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0287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Full source paths are retained for local reproduction.</a:t>
            </a:r>
          </a:p>
        </p:txBody>
      </p:sp>
      <p:sp>
        <p:nvSpPr>
          <p:cNvPr id="5" name="number-29">
            <a:extLst xmlns:a="http://schemas.openxmlformats.org/drawingml/2006/main">
              <a:ext uri="{FF2B5EF4-FFF2-40B4-BE49-F238E27FC236}">
                <a16:creationId xmlns:a16="http://schemas.microsoft.com/office/drawing/2014/main" id="{3A34277D-FACE-4FAB-8A0A-360AA2C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29375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29</a:t>
            </a:r>
          </a:p>
        </p:txBody>
      </p:sp>
      <p:sp>
        <p:nvSpPr>
          <p:cNvPr id="6" name="capture-index-row-0">
            <a:extLst xmlns:a="http://schemas.openxmlformats.org/drawingml/2006/main">
              <a:ext uri="{FF2B5EF4-FFF2-40B4-BE49-F238E27FC236}">
                <a16:creationId xmlns:a16="http://schemas.microsoft.com/office/drawing/2014/main" id="{208E6452-D325-4E08-AD64-B6134815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1353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apture-index-0-0">
            <a:extLst xmlns:a="http://schemas.openxmlformats.org/drawingml/2006/main">
              <a:ext uri="{FF2B5EF4-FFF2-40B4-BE49-F238E27FC236}">
                <a16:creationId xmlns:a16="http://schemas.microsoft.com/office/drawing/2014/main" id="{3E31796B-C306-4C57-B76F-3B7EBC4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Use</a:t>
            </a:r>
          </a:p>
        </p:txBody>
      </p:sp>
      <p:sp>
        <p:nvSpPr>
          <p:cNvPr id="8" name="capture-index-v-0-0">
            <a:extLst xmlns:a="http://schemas.openxmlformats.org/drawingml/2006/main">
              <a:ext uri="{FF2B5EF4-FFF2-40B4-BE49-F238E27FC236}">
                <a16:creationId xmlns:a16="http://schemas.microsoft.com/office/drawing/2014/main" id="{5834D814-85CC-44CC-929C-97B37B5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3811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capture-index-0-1">
            <a:extLst xmlns:a="http://schemas.openxmlformats.org/drawingml/2006/main">
              <a:ext uri="{FF2B5EF4-FFF2-40B4-BE49-F238E27FC236}">
                <a16:creationId xmlns:a16="http://schemas.microsoft.com/office/drawing/2014/main" id="{70AED904-78DB-40FC-AEA7-6767235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57325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 / asset</a:t>
            </a:r>
          </a:p>
        </p:txBody>
      </p:sp>
      <p:sp>
        <p:nvSpPr>
          <p:cNvPr id="10" name="capture-index-row-1">
            <a:extLst xmlns:a="http://schemas.openxmlformats.org/drawingml/2006/main">
              <a:ext uri="{FF2B5EF4-FFF2-40B4-BE49-F238E27FC236}">
                <a16:creationId xmlns:a16="http://schemas.microsoft.com/office/drawing/2014/main" id="{B4EEC6A7-433E-4CB3-A6F4-3B31CCBD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90725"/>
            <a:ext cx="11353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apture-index-1-0">
            <a:extLst xmlns:a="http://schemas.openxmlformats.org/drawingml/2006/main">
              <a:ext uri="{FF2B5EF4-FFF2-40B4-BE49-F238E27FC236}">
                <a16:creationId xmlns:a16="http://schemas.microsoft.com/office/drawing/2014/main" id="{CD557483-8B09-468C-BD2A-EE4C556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behavior</a:t>
            </a:r>
          </a:p>
        </p:txBody>
      </p:sp>
      <p:sp>
        <p:nvSpPr>
          <p:cNvPr id="12" name="capture-index-v-1-0">
            <a:extLst xmlns:a="http://schemas.openxmlformats.org/drawingml/2006/main">
              <a:ext uri="{FF2B5EF4-FFF2-40B4-BE49-F238E27FC236}">
                <a16:creationId xmlns:a16="http://schemas.microsoft.com/office/drawing/2014/main" id="{ACD2F497-26F6-4EA6-8622-1A3A29D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907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capture-index-1-1">
            <a:extLst xmlns:a="http://schemas.openxmlformats.org/drawingml/2006/main">
              <a:ext uri="{FF2B5EF4-FFF2-40B4-BE49-F238E27FC236}">
                <a16:creationId xmlns:a16="http://schemas.microsoft.com/office/drawing/2014/main" id="{9C3431E0-410D-41C3-9F6B-2D74813C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66925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…/WQCPC-13082/20260421_062701_20M_CH6_DONT_CARE.pcap</a:t>
            </a:r>
          </a:p>
        </p:txBody>
      </p:sp>
      <p:sp>
        <p:nvSpPr>
          <p:cNvPr id="14" name="capture-index-row-2">
            <a:extLst xmlns:a="http://schemas.openxmlformats.org/drawingml/2006/main">
              <a:ext uri="{FF2B5EF4-FFF2-40B4-BE49-F238E27FC236}">
                <a16:creationId xmlns:a16="http://schemas.microsoft.com/office/drawing/2014/main" id="{96C4C975-4FEA-4843-8F18-272CA5B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0325"/>
            <a:ext cx="11353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capture-index-2-0">
            <a:extLst xmlns:a="http://schemas.openxmlformats.org/drawingml/2006/main">
              <a:ext uri="{FF2B5EF4-FFF2-40B4-BE49-F238E27FC236}">
                <a16:creationId xmlns:a16="http://schemas.microsoft.com/office/drawing/2014/main" id="{2310384F-D556-405B-A448-4EA2CC89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32-bit audit</a:t>
            </a:r>
          </a:p>
        </p:txBody>
      </p:sp>
      <p:sp>
        <p:nvSpPr>
          <p:cNvPr id="16" name="capture-index-v-2-0">
            <a:extLst xmlns:a="http://schemas.openxmlformats.org/drawingml/2006/main">
              <a:ext uri="{FF2B5EF4-FFF2-40B4-BE49-F238E27FC236}">
                <a16:creationId xmlns:a16="http://schemas.microsoft.com/office/drawing/2014/main" id="{0C7CA438-615D-4795-8DD3-9897F76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03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capture-index-2-1">
            <a:extLst xmlns:a="http://schemas.openxmlformats.org/drawingml/2006/main">
              <a:ext uri="{FF2B5EF4-FFF2-40B4-BE49-F238E27FC236}">
                <a16:creationId xmlns:a16="http://schemas.microsoft.com/office/drawing/2014/main" id="{0366B09E-ED50-4A9A-8AEC-E7D196CE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76525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…/PCIE-12186/1127/05-oid-capture/pcie-…-2nd-half.pcapng</a:t>
            </a:r>
          </a:p>
        </p:txBody>
      </p:sp>
      <p:sp>
        <p:nvSpPr>
          <p:cNvPr id="18" name="capture-index-row-3">
            <a:extLst xmlns:a="http://schemas.openxmlformats.org/drawingml/2006/main">
              <a:ext uri="{FF2B5EF4-FFF2-40B4-BE49-F238E27FC236}">
                <a16:creationId xmlns:a16="http://schemas.microsoft.com/office/drawing/2014/main" id="{47EA1FD4-6FBB-4353-B456-1043953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11353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apture-index-3-0">
            <a:extLst xmlns:a="http://schemas.openxmlformats.org/drawingml/2006/main">
              <a:ext uri="{FF2B5EF4-FFF2-40B4-BE49-F238E27FC236}">
                <a16:creationId xmlns:a16="http://schemas.microsoft.com/office/drawing/2014/main" id="{1E010CFB-DCCB-4072-8261-ED721F42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Static views</a:t>
            </a:r>
          </a:p>
        </p:txBody>
      </p:sp>
      <p:sp>
        <p:nvSpPr>
          <p:cNvPr id="20" name="capture-index-v-3-0">
            <a:extLst xmlns:a="http://schemas.openxmlformats.org/drawingml/2006/main">
              <a:ext uri="{FF2B5EF4-FFF2-40B4-BE49-F238E27FC236}">
                <a16:creationId xmlns:a16="http://schemas.microsoft.com/office/drawing/2014/main" id="{4D70CE08-50CC-4990-AB7D-81480FB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99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capture-index-3-1">
            <a:extLst xmlns:a="http://schemas.openxmlformats.org/drawingml/2006/main">
              <a:ext uri="{FF2B5EF4-FFF2-40B4-BE49-F238E27FC236}">
                <a16:creationId xmlns:a16="http://schemas.microsoft.com/office/drawing/2014/main" id="{3D619D76-0B97-4068-9618-5B131CA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86125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doc/wsug_src/images/ws-wlan-ba-real-{normal,holes,wrap}.png</a:t>
            </a:r>
          </a:p>
        </p:txBody>
      </p:sp>
      <p:sp>
        <p:nvSpPr>
          <p:cNvPr id="22" name="capture-index-row-4">
            <a:extLst xmlns:a="http://schemas.openxmlformats.org/drawingml/2006/main">
              <a:ext uri="{FF2B5EF4-FFF2-40B4-BE49-F238E27FC236}">
                <a16:creationId xmlns:a16="http://schemas.microsoft.com/office/drawing/2014/main" id="{E4230B07-7FBE-4A0C-BB96-C01B87D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9525"/>
            <a:ext cx="11353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apture-index-4-0">
            <a:extLst xmlns:a="http://schemas.openxmlformats.org/drawingml/2006/main">
              <a:ext uri="{FF2B5EF4-FFF2-40B4-BE49-F238E27FC236}">
                <a16:creationId xmlns:a16="http://schemas.microsoft.com/office/drawing/2014/main" id="{868703DC-56C5-4AF0-A683-57C7D71F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Interactive replay</a:t>
            </a:r>
          </a:p>
        </p:txBody>
      </p:sp>
      <p:sp>
        <p:nvSpPr>
          <p:cNvPr id="24" name="capture-index-v-4-0">
            <a:extLst xmlns:a="http://schemas.openxmlformats.org/drawingml/2006/main">
              <a:ext uri="{FF2B5EF4-FFF2-40B4-BE49-F238E27FC236}">
                <a16:creationId xmlns:a16="http://schemas.microsoft.com/office/drawing/2014/main" id="{DC8FBAAC-C836-4E49-A582-84008964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95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capture-index-4-1">
            <a:extLst xmlns:a="http://schemas.openxmlformats.org/drawingml/2006/main">
              <a:ext uri="{FF2B5EF4-FFF2-40B4-BE49-F238E27FC236}">
                <a16:creationId xmlns:a16="http://schemas.microsoft.com/office/drawing/2014/main" id="{2E365925-BC3F-4CAF-839E-DC49255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95725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t>doc/wlan_block_ack_graph.html</a:t>
            </a:r>
          </a:p>
        </p:txBody>
      </p:sp>
      <p:sp>
        <p:nvSpPr>
          <p:cNvPr id="26" name="control-ref-1-bg">
            <a:extLst xmlns:a="http://schemas.openxmlformats.org/drawingml/2006/main">
              <a:ext uri="{FF2B5EF4-FFF2-40B4-BE49-F238E27FC236}">
                <a16:creationId xmlns:a16="http://schemas.microsoft.com/office/drawing/2014/main" id="{1700848B-5465-4B38-8487-A245862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control-ref-1-text">
            <a:extLst xmlns:a="http://schemas.openxmlformats.org/drawingml/2006/main">
              <a:ext uri="{FF2B5EF4-FFF2-40B4-BE49-F238E27FC236}">
                <a16:creationId xmlns:a16="http://schemas.microsoft.com/office/drawing/2014/main" id="{4A8CEF08-38B0-4FEA-AEE2-C37E97BC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0861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Mouse
Drag · Zoom · wheel · axis drag</a:t>
            </a:r>
          </a:p>
        </p:txBody>
      </p:sp>
      <p:sp>
        <p:nvSpPr>
          <p:cNvPr id="28" name="control-ref-2-bg">
            <a:extLst xmlns:a="http://schemas.openxmlformats.org/drawingml/2006/main">
              <a:ext uri="{FF2B5EF4-FFF2-40B4-BE49-F238E27FC236}">
                <a16:creationId xmlns:a16="http://schemas.microsoft.com/office/drawing/2014/main" id="{5D71EF85-F0B5-4580-9E82-E1932FA3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control-ref-2-text">
            <a:extLst xmlns:a="http://schemas.openxmlformats.org/drawingml/2006/main">
              <a:ext uri="{FF2B5EF4-FFF2-40B4-BE49-F238E27FC236}">
                <a16:creationId xmlns:a16="http://schemas.microsoft.com/office/drawing/2014/main" id="{6ED52B58-533A-4950-81DE-7C8DFF63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30861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Keyboard
Z · X/Shift+X · Y/Shift+Y</a:t>
            </a:r>
          </a:p>
        </p:txBody>
      </p:sp>
      <p:sp>
        <p:nvSpPr>
          <p:cNvPr id="30" name="control-ref-3-bg">
            <a:extLst xmlns:a="http://schemas.openxmlformats.org/drawingml/2006/main">
              <a:ext uri="{FF2B5EF4-FFF2-40B4-BE49-F238E27FC236}">
                <a16:creationId xmlns:a16="http://schemas.microsoft.com/office/drawing/2014/main" id="{D71D3278-073B-4DFD-9B0A-9F00C267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control-ref-3-text">
            <a:extLst xmlns:a="http://schemas.openxmlformats.org/drawingml/2006/main">
              <a:ext uri="{FF2B5EF4-FFF2-40B4-BE49-F238E27FC236}">
                <a16:creationId xmlns:a16="http://schemas.microsoft.com/office/drawing/2014/main" id="{770A71D1-4994-486D-B67D-6594003B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30861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Output
Reset Graph · Save As PDF/PNG/BMP/JPEG</a:t>
            </a:r>
          </a:p>
        </p:txBody>
      </p:sp>
    </p:spTree>
    <p:extLst>
      <p:ext uri="{BB962C8B-B14F-4D97-AF65-F5344CB8AC3E}">
        <p14:creationId xmlns:p14="http://schemas.microsoft.com/office/powerpoint/2010/main" val="1085032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D25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1fdedac9475f"/>
          <a:srcRect xmlns:a="http://schemas.openxmlformats.org/drawingml/2006/main" l="0" t="11429" r="0" b="1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2286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1b49c3d434b36"/>
          <a:srcRect xmlns:a="http://schemas.openxmlformats.org/drawingml/2006/main" l="0" t="11429" r="0" b="1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86000"/>
            <a:ext cx="5334000" cy="2286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36df36fb7430d"/>
          <a:srcRect xmlns:a="http://schemas.openxmlformats.org/drawingml/2006/main" l="0" t="25298" r="0" b="25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4572000"/>
            <a:ext cx="533400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F2BF039E-2242-45AB-B7E6-B8F82CC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t>WLAN BLOCK ACK GRAPH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D84B0806-F997-4AA9-84B9-6B6E7C2B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810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the session.
End with the evidence.</a:t>
            </a:r>
          </a:p>
        </p:txBody>
      </p:sp>
      <p:sp>
        <p:nvSpPr>
          <p:cNvPr id="6" name="closing-flow">
            <a:extLst xmlns:a="http://schemas.openxmlformats.org/drawingml/2006/main">
              <a:ext uri="{FF2B5EF4-FFF2-40B4-BE49-F238E27FC236}">
                <a16:creationId xmlns:a16="http://schemas.microsoft.com/office/drawing/2014/main" id="{815D63FF-3A3F-4E71-A0A6-4DC6140E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619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D8E1E6"/>
                </a:solidFill>
                <a:latin typeface="Helvetica Neue"/>
                <a:ea typeface="Helvetica Neue"/>
                <a:cs typeface="Helvetica Neue"/>
              </a:defRPr>
            </a:pPr>
            <a:r>
              <a:t>Pair + TID → agreement epoch → SSN/BAR → bitmap history → MPDU/retry evidence → FCS quality</a:t>
            </a:r>
          </a:p>
        </p:txBody>
      </p:sp>
      <p:sp>
        <p:nvSpPr>
          <p:cNvPr id="7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FE92099-4732-47DC-8765-8C4D8C43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closing-rule-text">
            <a:extLst xmlns:a="http://schemas.openxmlformats.org/drawingml/2006/main">
              <a:ext uri="{FF2B5EF4-FFF2-40B4-BE49-F238E27FC236}">
                <a16:creationId xmlns:a16="http://schemas.microsoft.com/office/drawing/2014/main" id="{AA6928BB-41C4-40FA-BB09-90A6F1C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571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 zero is evidence to investigate—not a verdict.</a:t>
            </a:r>
          </a:p>
        </p:txBody>
      </p:sp>
    </p:spTree>
    <p:extLst>
      <p:ext uri="{BB962C8B-B14F-4D97-AF65-F5344CB8AC3E}">
        <p14:creationId xmlns:p14="http://schemas.microsoft.com/office/powerpoint/2010/main" val="341618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2026-07-23T09:25:20.1850000Z</dcterms:created>
  <dcterms:modified xsi:type="dcterms:W3CDTF">2026-07-23T09:25:20.1850000Z</dcterms:modified>
</coreProperties>
</file>