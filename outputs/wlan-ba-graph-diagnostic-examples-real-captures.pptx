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de2afc743a40b8" /><Relationship Type="http://schemas.openxmlformats.org/officeDocument/2006/relationships/extended-properties" Target="/docProps/app.xml" Id="R836f87c0874e4a39" /><Relationship Type="http://schemas.openxmlformats.org/officeDocument/2006/relationships/officeDocument" Target="/ppt/presentation.xml" Id="R2842a0a893a84c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cf1531e4a94598"/>
  </p:sldMasterIdLst>
  <p:notesMasterIdLst>
    <p:notesMasterId xmlns:r="http://schemas.openxmlformats.org/officeDocument/2006/relationships" r:id="R091c53b289764d68"/>
  </p:notesMasterIdLst>
  <p:sldIdLst>
    <p:sldId xmlns:r="http://schemas.openxmlformats.org/officeDocument/2006/relationships" id="256" r:id="R6e802bab64ed4498"/>
    <p:sldId xmlns:r="http://schemas.openxmlformats.org/officeDocument/2006/relationships" id="257" r:id="R6a1bdf64eebd4715"/>
    <p:sldId xmlns:r="http://schemas.openxmlformats.org/officeDocument/2006/relationships" id="258" r:id="R07d5d5db54b449f1"/>
    <p:sldId xmlns:r="http://schemas.openxmlformats.org/officeDocument/2006/relationships" id="259" r:id="Rd59d6ba099344140"/>
    <p:sldId xmlns:r="http://schemas.openxmlformats.org/officeDocument/2006/relationships" id="260" r:id="Rd64413fa5c6c41bc"/>
    <p:sldId xmlns:r="http://schemas.openxmlformats.org/officeDocument/2006/relationships" id="261" r:id="Rcb12e5b06d624512"/>
    <p:sldId xmlns:r="http://schemas.openxmlformats.org/officeDocument/2006/relationships" id="262" r:id="Rcd279c32b46e4413"/>
    <p:sldId xmlns:r="http://schemas.openxmlformats.org/officeDocument/2006/relationships" id="263" r:id="Re54c682a24d44c0e"/>
    <p:sldId xmlns:r="http://schemas.openxmlformats.org/officeDocument/2006/relationships" id="264" r:id="R65a8bec74fe14239"/>
    <p:sldId xmlns:r="http://schemas.openxmlformats.org/officeDocument/2006/relationships" id="265" r:id="Rb26587c905644cde"/>
    <p:sldId xmlns:r="http://schemas.openxmlformats.org/officeDocument/2006/relationships" id="266" r:id="R1f0cea0e4bd84768"/>
    <p:sldId xmlns:r="http://schemas.openxmlformats.org/officeDocument/2006/relationships" id="267" r:id="R8446fdf6b4b34f42"/>
    <p:sldId xmlns:r="http://schemas.openxmlformats.org/officeDocument/2006/relationships" id="268" r:id="R7501d132c01c4614"/>
    <p:sldId xmlns:r="http://schemas.openxmlformats.org/officeDocument/2006/relationships" id="269" r:id="R6ed7860e761e4ed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c9ae15cb8a424f" /><Relationship Type="http://schemas.openxmlformats.org/officeDocument/2006/relationships/slideMaster" Target="/ppt/slideMasters/slideMaster1.xml" Id="Rbbcf1531e4a94598" /><Relationship Type="http://schemas.openxmlformats.org/officeDocument/2006/relationships/notesMaster" Target="/ppt/notesMasters/notesMaster1.xml" Id="R091c53b289764d68" /><Relationship Type="http://schemas.openxmlformats.org/officeDocument/2006/relationships/presProps" Target="/ppt/presProps.xml" Id="Re3710531f1784d84" /><Relationship Type="http://schemas.openxmlformats.org/officeDocument/2006/relationships/viewProps" Target="/ppt/viewProps.xml" Id="R4c8a29e2b12846d3" /><Relationship Type="http://schemas.openxmlformats.org/officeDocument/2006/relationships/tableStyles" Target="/ppt/tableStyles.xml" Id="R82c82feaa76b4c2d" /><Relationship Type="http://schemas.openxmlformats.org/officeDocument/2006/relationships/slide" Target="/ppt/slides/slide1.xml" Id="R6e802bab64ed4498" /><Relationship Type="http://schemas.openxmlformats.org/officeDocument/2006/relationships/slide" Target="/ppt/slides/slide2.xml" Id="R6a1bdf64eebd4715" /><Relationship Type="http://schemas.openxmlformats.org/officeDocument/2006/relationships/slide" Target="/ppt/slides/slide3.xml" Id="R07d5d5db54b449f1" /><Relationship Type="http://schemas.openxmlformats.org/officeDocument/2006/relationships/slide" Target="/ppt/slides/slide4.xml" Id="Rd59d6ba099344140" /><Relationship Type="http://schemas.openxmlformats.org/officeDocument/2006/relationships/slide" Target="/ppt/slides/slide5.xml" Id="Rd64413fa5c6c41bc" /><Relationship Type="http://schemas.openxmlformats.org/officeDocument/2006/relationships/slide" Target="/ppt/slides/slide6.xml" Id="Rcb12e5b06d624512" /><Relationship Type="http://schemas.openxmlformats.org/officeDocument/2006/relationships/slide" Target="/ppt/slides/slide7.xml" Id="Rcd279c32b46e4413" /><Relationship Type="http://schemas.openxmlformats.org/officeDocument/2006/relationships/slide" Target="/ppt/slides/slide8.xml" Id="Re54c682a24d44c0e" /><Relationship Type="http://schemas.openxmlformats.org/officeDocument/2006/relationships/slide" Target="/ppt/slides/slide9.xml" Id="R65a8bec74fe14239" /><Relationship Type="http://schemas.openxmlformats.org/officeDocument/2006/relationships/slide" Target="/ppt/slides/slide10.xml" Id="Rb26587c905644cde" /><Relationship Type="http://schemas.openxmlformats.org/officeDocument/2006/relationships/slide" Target="/ppt/slides/slide11.xml" Id="R1f0cea0e4bd84768" /><Relationship Type="http://schemas.openxmlformats.org/officeDocument/2006/relationships/slide" Target="/ppt/slides/slide12.xml" Id="R8446fdf6b4b34f42" /><Relationship Type="http://schemas.openxmlformats.org/officeDocument/2006/relationships/slide" Target="/ppt/slides/slide13.xml" Id="R7501d132c01c4614" /><Relationship Type="http://schemas.openxmlformats.org/officeDocument/2006/relationships/slide" Target="/ppt/slides/slide14.xml" Id="R6ed7860e761e4e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7afe7a5f5340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b4e1e49c6543a9" /><Relationship Type="http://schemas.openxmlformats.org/officeDocument/2006/relationships/notesMaster" Target="/ppt/notesMasters/notesMaster1.xml" Id="R941720296cdd4f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22282ae3f741d4" /><Relationship Type="http://schemas.openxmlformats.org/officeDocument/2006/relationships/notesMaster" Target="/ppt/notesMasters/notesMaster1.xml" Id="R52d764157dfc48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10254a2d8a4953" /><Relationship Type="http://schemas.openxmlformats.org/officeDocument/2006/relationships/notesMaster" Target="/ppt/notesMasters/notesMaster1.xml" Id="R51f3a3b0089947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e069fa64004a8d" /><Relationship Type="http://schemas.openxmlformats.org/officeDocument/2006/relationships/notesMaster" Target="/ppt/notesMasters/notesMaster1.xml" Id="R88dd61ba44484d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8b19833588425a" /><Relationship Type="http://schemas.openxmlformats.org/officeDocument/2006/relationships/notesMaster" Target="/ppt/notesMasters/notesMaster1.xml" Id="R2e9644e024414b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76ae52cb9746d0" /><Relationship Type="http://schemas.openxmlformats.org/officeDocument/2006/relationships/notesMaster" Target="/ppt/notesMasters/notesMaster1.xml" Id="R2e820fdd16e946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dbbdd2be1b4c0c" /><Relationship Type="http://schemas.openxmlformats.org/officeDocument/2006/relationships/notesMaster" Target="/ppt/notesMasters/notesMaster1.xml" Id="R94d7fee4401444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95abaf8e9b41d4" /><Relationship Type="http://schemas.openxmlformats.org/officeDocument/2006/relationships/notesMaster" Target="/ppt/notesMasters/notesMaster1.xml" Id="Rd970ee45a2ef45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f1e7128d5f4fb6" /><Relationship Type="http://schemas.openxmlformats.org/officeDocument/2006/relationships/notesMaster" Target="/ppt/notesMasters/notesMaster1.xml" Id="R5a81b3d014064e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c965abadaa4470" /><Relationship Type="http://schemas.openxmlformats.org/officeDocument/2006/relationships/notesMaster" Target="/ppt/notesMasters/notesMaster1.xml" Id="Rb7af966482b54f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c3567d1d2f414f" /><Relationship Type="http://schemas.openxmlformats.org/officeDocument/2006/relationships/notesMaster" Target="/ppt/notesMasters/notesMaster1.xml" Id="R9579657d45a04f6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bd95d17c554830" /><Relationship Type="http://schemas.openxmlformats.org/officeDocument/2006/relationships/notesMaster" Target="/ppt/notesMasters/notesMaster1.xml" Id="Rfe0e5600d04c4bb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16829f4b3a44a8f" /><Relationship Type="http://schemas.openxmlformats.org/officeDocument/2006/relationships/notesMaster" Target="/ppt/notesMasters/notesMaster1.xml" Id="Rc686ce7cccd844e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9a74530d02a4055" /><Relationship Type="http://schemas.openxmlformats.org/officeDocument/2006/relationships/notesMaster" Target="/ppt/notesMasters/notesMaster1.xml" Id="R15cfbdc16b7046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f0d11ed444489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9a25fe4a9040d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eba15998d3477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ff66bc5bae431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13dcd8be3249b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c93c90a53d43c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3fe1d6db6e494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03c9865281470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2628b6decd4b6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eec264ae2f43d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a7398a41d344d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504A43B-06EB-E147-3E9F-AC64F3E5731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7B8D00A-8795-6B73-F145-D0AB5910041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B34881A-2D66-2CBB-8F4C-2AB01E6D97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36DF878-5CDE-2CEE-021A-B5BB3AD3B1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729FA90-A3C0-8FA5-106E-FDFE06CB18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366257C-895A-13EB-4F71-7E74B42FD1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5B6A67C-3EC5-4E69-AF0C-C318AB0EE3B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E1145AE-3D66-590B-099D-7DEEF01AD0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7577BF-AAE6-26B1-C8B0-9F7330EDC4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6B34A99-2181-E90C-808E-B808F13BB9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F5CF3A5-2A46-DC0B-6156-FA6A270515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BF81AE7-E3C1-5BFE-7961-1AA70219C5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E48805A-6146-15D7-266C-CC8CB6C20D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8E1553-DD84-9A1A-691B-CBE6756510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E0F4586-96C0-7C65-7DD9-F189CBEEFE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D991E2-9CFD-C91B-B993-A2632E60D6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C22E94B-A940-A713-83EC-2E250A2FFE5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6319F94-E266-953A-EDDD-553A7022F04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503C45B-DBDE-856F-27EF-C6C4EF0E6F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AA699EC-F2A9-E3DE-38C1-3637037352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000F9E5-C4AA-99DB-8AE0-2FC78E58EE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CA7524A-611D-0B90-A81C-E2128B2453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F464865-A6A1-ADDD-28B2-28BA1A64BF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4F37249-F080-4C08-794D-CAB68DAAE2D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F519696-777D-801C-A8AC-A7D2DDF2FCA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DE393CE-9C73-E1C4-4247-765EAD07C5E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DD353CD-6633-6273-3843-00A5F16B6C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D628DDC-3B69-32C5-B992-99BD47F12F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96D54ED-3C18-B74B-EBD2-32020478B0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A17290-9D07-E903-967D-6CC64875C1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30DE8212-0872-C69E-2CEA-E6351E9E00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F246048-DFF1-C703-B17B-F7E0041695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5B72113A-794B-93AE-E9D7-5EE091358D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4B7CAD5-7194-37B5-7619-7B6CC8BAE7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21EF715-FC81-FBA5-46F3-CC1BF737DB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7CB57B1-7F28-A4B4-1D87-101506457C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420AFE-235A-A560-6ED3-3FED4915C4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11D1ABF-1FD8-D9D9-B2C4-60F0684EA32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4AA6F97-0367-A574-D49D-8DF317F5E12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A9BF40A-4A20-6106-A059-D7FD7AA080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AE37F16-1BFF-0BAF-FEC7-58D07B8243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E57D127-FACB-FE8B-6C64-76F9625C7D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CFCF1C-568B-1677-200A-15E1DC23DD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CEBFC80-1C5C-1AD6-A722-B58F926F9FD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86A0E90-DDAA-2FED-E592-48E3F1B4C3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5559AC7-1BDB-C4F3-52BF-FF8E1E9D94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F9E3AD7-9A3F-F679-C963-5BA5DAF7D3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552375D-1E9A-0758-B451-606257ED88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7A4B3B8-8A6D-6DBD-5A34-7CA314C909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8A475A7-D0BE-C81E-B9E9-BFC64BE306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6A27235-1836-21D6-0C0E-10FD6CBCDE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6187058-808B-F2DD-5C3F-D5E972593F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6E39BDB-605B-06B7-1ED1-2E162F804F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6D39A07-74D1-8C39-8C8A-754EDEF2D9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FA897A0-8011-52A0-4E54-11555AB53E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BB80987-F50A-58F4-E116-9348C43FE3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4D5B1C7-FAFD-4846-B92B-135AA6210A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C9EA7CB-67CF-F66F-F672-F1D7EF7431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05fab7697e4d67" /><Relationship Type="http://schemas.openxmlformats.org/officeDocument/2006/relationships/slideLayout" Target="/ppt/slideLayouts/slideLayout1.xml" Id="R4385c0dc297b4e06" /><Relationship Type="http://schemas.openxmlformats.org/officeDocument/2006/relationships/slideLayout" Target="/ppt/slideLayouts/slideLayout2.xml" Id="Ree2cc26d748440b3" /><Relationship Type="http://schemas.openxmlformats.org/officeDocument/2006/relationships/slideLayout" Target="/ppt/slideLayouts/slideLayout3.xml" Id="Rf9ea771a778a46e9" /><Relationship Type="http://schemas.openxmlformats.org/officeDocument/2006/relationships/slideLayout" Target="/ppt/slideLayouts/slideLayout4.xml" Id="R4ddf6b90ea7243e3" /><Relationship Type="http://schemas.openxmlformats.org/officeDocument/2006/relationships/slideLayout" Target="/ppt/slideLayouts/slideLayout5.xml" Id="R9595eb7b8bb7476c" /><Relationship Type="http://schemas.openxmlformats.org/officeDocument/2006/relationships/slideLayout" Target="/ppt/slideLayouts/slideLayout6.xml" Id="Reb4abad548524dc1" /><Relationship Type="http://schemas.openxmlformats.org/officeDocument/2006/relationships/slideLayout" Target="/ppt/slideLayouts/slideLayout7.xml" Id="Rdb785c3382a44d91" /><Relationship Type="http://schemas.openxmlformats.org/officeDocument/2006/relationships/slideLayout" Target="/ppt/slideLayouts/slideLayout8.xml" Id="R8494a334b05f4245" /><Relationship Type="http://schemas.openxmlformats.org/officeDocument/2006/relationships/slideLayout" Target="/ppt/slideLayouts/slideLayout9.xml" Id="R98a21da692f542e7" /><Relationship Type="http://schemas.openxmlformats.org/officeDocument/2006/relationships/slideLayout" Target="/ppt/slideLayouts/slideLayout10.xml" Id="R3c6eb217e095475e" /><Relationship Type="http://schemas.openxmlformats.org/officeDocument/2006/relationships/slideLayout" Target="/ppt/slideLayouts/slideLayout11.xml" Id="R975685bb7868475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49333D3-53B4-FC69-C20C-AAEF747505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7C12A39-87A5-5975-5366-1017EA48DC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893784-B44B-A3BA-6F2B-B4B5D07C839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6C780A8-3F52-0E73-3FAF-8F5198503E8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753AABF-2595-5575-14A7-121A475BEEC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85c0dc297b4e06"/>
    <p:sldLayoutId xmlns:r="http://schemas.openxmlformats.org/officeDocument/2006/relationships" id="2147483650" r:id="Ree2cc26d748440b3"/>
    <p:sldLayoutId xmlns:r="http://schemas.openxmlformats.org/officeDocument/2006/relationships" id="2147483651" r:id="Rf9ea771a778a46e9"/>
    <p:sldLayoutId xmlns:r="http://schemas.openxmlformats.org/officeDocument/2006/relationships" id="2147483652" r:id="R4ddf6b90ea7243e3"/>
    <p:sldLayoutId xmlns:r="http://schemas.openxmlformats.org/officeDocument/2006/relationships" id="2147483653" r:id="R9595eb7b8bb7476c"/>
    <p:sldLayoutId xmlns:r="http://schemas.openxmlformats.org/officeDocument/2006/relationships" id="2147483654" r:id="Reb4abad548524dc1"/>
    <p:sldLayoutId xmlns:r="http://schemas.openxmlformats.org/officeDocument/2006/relationships" id="2147483655" r:id="Rdb785c3382a44d91"/>
    <p:sldLayoutId xmlns:r="http://schemas.openxmlformats.org/officeDocument/2006/relationships" id="2147483656" r:id="R8494a334b05f4245"/>
    <p:sldLayoutId xmlns:r="http://schemas.openxmlformats.org/officeDocument/2006/relationships" id="2147483657" r:id="R98a21da692f542e7"/>
    <p:sldLayoutId xmlns:r="http://schemas.openxmlformats.org/officeDocument/2006/relationships" id="2147483658" r:id="R3c6eb217e095475e"/>
    <p:sldLayoutId xmlns:r="http://schemas.openxmlformats.org/officeDocument/2006/relationships" id="2147483659" r:id="R975685bb7868475a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13a20aae04be7" /><Relationship Type="http://schemas.openxmlformats.org/officeDocument/2006/relationships/notesSlide" Target="/ppt/notesSlides/notesSlide1.xml" Id="R0cdb37c432a145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856b2531a344db" /><Relationship Type="http://schemas.openxmlformats.org/officeDocument/2006/relationships/image" Target="/ppt/media/image.png" Id="Rb2f5553e99f5489f" /><Relationship Type="http://schemas.openxmlformats.org/officeDocument/2006/relationships/notesSlide" Target="/ppt/notesSlides/notesSlide2.xml" Id="R6aca3765ee2444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66155643e54a7a" /><Relationship Type="http://schemas.openxmlformats.org/officeDocument/2006/relationships/image" Target="/ppt/media/image2.png" Id="Rfbc4405e1d1a43a6" /><Relationship Type="http://schemas.openxmlformats.org/officeDocument/2006/relationships/image" Target="/ppt/media/image3.png" Id="Rf8214eeb95044238" /><Relationship Type="http://schemas.openxmlformats.org/officeDocument/2006/relationships/notesSlide" Target="/ppt/notesSlides/notesSlide3.xml" Id="Rb77e80e0d45c47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fc0ed2c8f94fc1" /><Relationship Type="http://schemas.openxmlformats.org/officeDocument/2006/relationships/image" Target="/ppt/media/image4.png" Id="R4b3c7d1dee104307" /><Relationship Type="http://schemas.openxmlformats.org/officeDocument/2006/relationships/notesSlide" Target="/ppt/notesSlides/notesSlide4.xml" Id="R0cbeb9eb74fd4b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7b649f38cf4a13" /><Relationship Type="http://schemas.openxmlformats.org/officeDocument/2006/relationships/image" Target="/ppt/media/image5.png" Id="Rf816852d202b4e8e" /><Relationship Type="http://schemas.openxmlformats.org/officeDocument/2006/relationships/notesSlide" Target="/ppt/notesSlides/notesSlide5.xml" Id="Rd3fa14ea038f4e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1dea72d4e9453d" /><Relationship Type="http://schemas.openxmlformats.org/officeDocument/2006/relationships/image" Target="/ppt/media/image6.png" Id="R4257d5b800cd4f40" /><Relationship Type="http://schemas.openxmlformats.org/officeDocument/2006/relationships/notesSlide" Target="/ppt/notesSlides/notesSlide6.xml" Id="Rd476d509794547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8ffdb5383d4266" /><Relationship Type="http://schemas.openxmlformats.org/officeDocument/2006/relationships/image" Target="/ppt/media/image7.png" Id="R65f8704060c94e0d" /><Relationship Type="http://schemas.openxmlformats.org/officeDocument/2006/relationships/notesSlide" Target="/ppt/notesSlides/notesSlide7.xml" Id="Rec1e409dab0d4d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e56f0cf6fd48dd" /><Relationship Type="http://schemas.openxmlformats.org/officeDocument/2006/relationships/image" Target="/ppt/media/image8.png" Id="Rc564e9245f404bfc" /><Relationship Type="http://schemas.openxmlformats.org/officeDocument/2006/relationships/notesSlide" Target="/ppt/notesSlides/notesSlide8.xml" Id="R56edb443756549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e05a8a2d68458e" /><Relationship Type="http://schemas.openxmlformats.org/officeDocument/2006/relationships/image" Target="/ppt/media/image9.png" Id="Rb671f6a28a744ed6" /><Relationship Type="http://schemas.openxmlformats.org/officeDocument/2006/relationships/notesSlide" Target="/ppt/notesSlides/notesSlide9.xml" Id="Rbff61fb9a76340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d337788e5e4af7" /><Relationship Type="http://schemas.openxmlformats.org/officeDocument/2006/relationships/image" Target="/ppt/media/image10.png" Id="Rd2eb9f52213a4ed9" /><Relationship Type="http://schemas.openxmlformats.org/officeDocument/2006/relationships/notesSlide" Target="/ppt/notesSlides/notesSlide10.xml" Id="Rd9ce043b8ead42a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3975f4a27947a1" /><Relationship Type="http://schemas.openxmlformats.org/officeDocument/2006/relationships/image" Target="/ppt/media/image11.png" Id="Rd669e1aaf6174082" /><Relationship Type="http://schemas.openxmlformats.org/officeDocument/2006/relationships/notesSlide" Target="/ppt/notesSlides/notesSlide11.xml" Id="R2f7818c11e4d4da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bab85ad6cf4d91" /><Relationship Type="http://schemas.openxmlformats.org/officeDocument/2006/relationships/image" Target="/ppt/media/image12.png" Id="R5c76427fece94cb2" /><Relationship Type="http://schemas.openxmlformats.org/officeDocument/2006/relationships/notesSlide" Target="/ppt/notesSlides/notesSlide12.xml" Id="R2c5fd8f686b446d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0852afe1474f4d" /><Relationship Type="http://schemas.openxmlformats.org/officeDocument/2006/relationships/image" Target="/ppt/media/image13.png" Id="Re6149e9c149e4ecf" /><Relationship Type="http://schemas.openxmlformats.org/officeDocument/2006/relationships/notesSlide" Target="/ppt/notesSlides/notesSlide13.xml" Id="R1ce9d084b09a4d8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f60eee0574c79" /><Relationship Type="http://schemas.openxmlformats.org/officeDocument/2006/relationships/notesSlide" Target="/ppt/notesSlides/notesSlide14.xml" Id="R2cf11e5fb005420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BE1D99-3831-03DF-52BB-E2938337030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WLAN BA Graph — Diagnostic Examples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4F1AC15-9F5C-C209-BDA8-78B925E6C67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Real Wireshark examples from ~/code/debug/WQCPC-13082 and ~/code/debug/PCIE-12186</a:t>
            </a:r>
          </a:p>
        </p:txBody>
      </p:sp>
    </p:spTree>
    <p:extLst>
      <p:ext uri="{BB962C8B-B14F-4D97-AF65-F5344CB8AC3E}">
        <p14:creationId xmlns:p14="http://schemas.microsoft.com/office/powerpoint/2010/main" val="420458873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7A14C50-4C70-A86A-2507-59FF1C4AD7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bitmap is evidence—not a loss verdict</a:t>
            </a:r>
          </a:p>
        </p:txBody>
      </p:sp>
      <p:pic>
        <p:nvPicPr>
          <p:cNvPr id="43" name="Content Placeholder 3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b2f5553e99f548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2234413" y="1825625"/>
            <a:ext cx="7723173" cy="4351338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E1624C6-BF17-58D2-4C3C-45B2A0CC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999" y="3701061"/>
            <a:ext cx="188641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BA starting sequence (SSN)</a:t>
            </a:r>
          </a:p>
        </p:txBody>
      </p:sp>
      <p:cxnSp>
        <p:nvCxnSpPr>
          <p:cNvPr id="45" name="Straight Arrow Connector 5"/>
          <p:cNvCxnSpPr/>
          <p:nvPr/>
        </p:nvCxnSpPr>
        <p:spPr>
          <a:xfrm xmlns:a="http://schemas.openxmlformats.org/drawingml/2006/main">
            <a:off x="1897529" y="4070393"/>
            <a:ext cx="1375061" cy="48648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FE46604-D67A-0901-92FE-0E211799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632" y="2671010"/>
            <a:ext cx="221259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Observed bitmap set</a:t>
            </a:r>
          </a:p>
        </p:txBody>
      </p:sp>
      <p:cxnSp>
        <p:nvCxnSpPr>
          <p:cNvPr id="47" name="Straight Arrow Connector 9"/>
          <p:cNvCxnSpPr/>
          <p:nvPr/>
        </p:nvCxnSpPr>
        <p:spPr>
          <a:xfrm xmlns:a="http://schemas.openxmlformats.org/drawingml/2006/main">
            <a:off x="2234413" y="3040342"/>
            <a:ext cx="1403867" cy="84538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FBFF0E8-0F7D-2CA1-6CF2-F871C14D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3225" y="4993398"/>
            <a:ext cx="7184070" cy="360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B58E79F-DD8B-E4C7-6D46-C61478DB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631" y="4507149"/>
            <a:ext cx="2081463" cy="17543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Counts for the visible plotting window</a:t>
            </a:r>
          </a:p>
        </p:txBody>
      </p:sp>
      <p:cxnSp>
        <p:nvCxnSpPr>
          <p:cNvPr id="50" name="Straight Arrow Connector 17"/>
          <p:cNvCxnSpPr/>
          <p:nvPr/>
        </p:nvCxnSpPr>
        <p:spPr>
          <a:xfrm xmlns:a="http://schemas.openxmlformats.org/drawingml/2006/main" flipV="1">
            <a:off x="1897529" y="5113713"/>
            <a:ext cx="555696" cy="36065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51" name="Straight Arrow Connector 20"/>
          <p:cNvCxnSpPr/>
          <p:nvPr/>
        </p:nvCxnSpPr>
        <p:spPr>
          <a:xfrm xmlns:a="http://schemas.openxmlformats.org/drawingml/2006/main" flipH="1">
            <a:off x="7591926" y="1985211"/>
            <a:ext cx="2365660" cy="1359568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37FA80FA-1A82-FE5F-FF95-A81FEB03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89240"/>
            <a:ext cx="22669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Exclusive upper bound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82377456-A5D5-FF7C-C2A1-E4A23E07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270" y="3631962"/>
            <a:ext cx="221983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SSN (lower bound)</a:t>
            </a:r>
          </a:p>
        </p:txBody>
      </p:sp>
      <p:cxnSp>
        <p:nvCxnSpPr>
          <p:cNvPr id="54" name="Straight Arrow Connector 25"/>
          <p:cNvCxnSpPr>
            <a:stCxn xmlns:a="http://schemas.openxmlformats.org/drawingml/2006/main" id="25" idx="1"/>
          </p:cNvCxnSpPr>
          <p:nvPr/>
        </p:nvCxnSpPr>
        <p:spPr>
          <a:xfrm xmlns:a="http://schemas.openxmlformats.org/drawingml/2006/main" flipH="1">
            <a:off x="8410074" y="3816628"/>
            <a:ext cx="1421196" cy="221051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58248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C819CC-8D07-20DF-1AEE-FE4C317D87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the session that owns the BA</a:t>
            </a:r>
          </a:p>
        </p:txBody>
      </p:sp>
      <p:pic>
        <p:nvPicPr>
          <p:cNvPr id="15" name="Content Placeholder 6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fbc4405e1d1a43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00171" y="2030162"/>
            <a:ext cx="5209658" cy="3722521"/>
          </a:xfrm>
          <a:prstGeom xmlns:a="http://schemas.openxmlformats.org/drawingml/2006/main" prst="rect">
            <a:avLst/>
          </a:prstGeom>
        </p:spPr>
      </p:pic>
      <p:pic>
        <p:nvPicPr>
          <p:cNvPr id="16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214eeb95044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32529" y="2030162"/>
            <a:ext cx="4559300" cy="2692400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1134617-BE39-CAD4-1373-395900FF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8999" y="3897689"/>
            <a:ext cx="2422359" cy="373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DB9A8D9-06BF-B021-53BE-D1042D33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884" y="6003757"/>
            <a:ext cx="345094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Right-click the selected BA, then Follow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1704C34-C1B2-D213-34F0-F3B4D343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4600" y="5099719"/>
            <a:ext cx="4627229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Wireless → WLAN Block Ack Graph</a:t>
            </a:r>
          </a:p>
        </p:txBody>
      </p:sp>
    </p:spTree>
    <p:extLst>
      <p:ext uri="{BB962C8B-B14F-4D97-AF65-F5344CB8AC3E}">
        <p14:creationId xmlns:p14="http://schemas.microsoft.com/office/powerpoint/2010/main" val="100438854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5577FA4-1F37-2CEC-2F5B-E998286BA1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Confirm pair and TID</a:t>
            </a:r>
          </a:p>
        </p:txBody>
      </p:sp>
      <p:pic>
        <p:nvPicPr>
          <p:cNvPr id="8" name="Content Placeholder 3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4b3c7d1dee1043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838200" y="1872349"/>
            <a:ext cx="10515600" cy="4257890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09D950D-5E72-A7FB-2584-EAB5A6AC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1" y="1872350"/>
            <a:ext cx="10515600" cy="4395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6990153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453525-EEFE-4787-0F06-5CB04E4DA3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 window = [SSN, SSN + bitmap size)</a:t>
            </a:r>
          </a:p>
        </p:txBody>
      </p:sp>
      <p:pic>
        <p:nvPicPr>
          <p:cNvPr id="19" name="Content Placeholder 3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f816852d202b4e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883460" y="1825625"/>
            <a:ext cx="10425080" cy="4351338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A50133B-93BC-B878-2E46-CB10E6DA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31369"/>
            <a:ext cx="304230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Bits explicitly set in the BA</a:t>
            </a:r>
          </a:p>
        </p:txBody>
      </p:sp>
      <p:cxnSp>
        <p:nvCxnSpPr>
          <p:cNvPr id="21" name="Straight Arrow Connector 6"/>
          <p:cNvCxnSpPr/>
          <p:nvPr/>
        </p:nvCxnSpPr>
        <p:spPr>
          <a:xfrm xmlns:a="http://schemas.openxmlformats.org/drawingml/2006/main">
            <a:off x="3212432" y="4700701"/>
            <a:ext cx="397042" cy="37662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5ACDE18-10EA-190C-FC8B-3DF7321F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835" y="6357449"/>
            <a:ext cx="166359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BA point and starting SSN</a:t>
            </a:r>
          </a:p>
        </p:txBody>
      </p:sp>
      <p:cxnSp>
        <p:nvCxnSpPr>
          <p:cNvPr id="23" name="Straight Arrow Connector 8"/>
          <p:cNvCxnSpPr/>
          <p:nvPr/>
        </p:nvCxnSpPr>
        <p:spPr>
          <a:xfrm xmlns:a="http://schemas.openxmlformats.org/drawingml/2006/main" flipV="1">
            <a:off x="3031958" y="5446658"/>
            <a:ext cx="577516" cy="910791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932408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728CE-FAE0-B968-CCBE-EFFC7020F0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ACK gaps mark missing BA evidence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8925DE0-66B8-6218-C8D0-E20DF17F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5801" y="6127234"/>
            <a:ext cx="472039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A later BA SSN passed these sequences without an observed ACK</a:t>
            </a:r>
          </a:p>
        </p:txBody>
      </p:sp>
      <p:pic>
        <p:nvPicPr>
          <p:cNvPr id="16" name="Content Placeholder 10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4257d5b800cd4f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2234413" y="1825625"/>
            <a:ext cx="7723173" cy="4351338"/>
          </a:xfrm>
          <a:prstGeom xmlns:a="http://schemas.openxmlformats.org/drawingml/2006/main" prst="rect">
            <a:avLst/>
          </a:prstGeom>
        </p:spPr>
      </p:pic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B5D3092-920B-8D43-CE90-0F4A0249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368" y="3230206"/>
            <a:ext cx="233300" cy="96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61594525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FE1240-9853-4BF1-02A6-0C269236D8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Captured MPDUs confirm local visibility</a:t>
            </a:r>
          </a:p>
        </p:txBody>
      </p:sp>
      <p:pic>
        <p:nvPicPr>
          <p:cNvPr id="5" name="Content Placeholder 3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65f8704060c94e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2234413" y="1945941"/>
            <a:ext cx="7723173" cy="435133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0535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1F05C5-4E7B-3B4C-B784-C302F76514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Green vs red crosses: prior-set or unseen</a:t>
            </a:r>
          </a:p>
        </p:txBody>
      </p:sp>
      <p:pic>
        <p:nvPicPr>
          <p:cNvPr id="12" name="Content Placeholder 4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c564e9245f404b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524000" y="133350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7F5E282-204E-40C2-B0AC-AE62A991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1458" y="3291173"/>
            <a:ext cx="124675" cy="238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9D65263-7A55-C7B3-7A08-A518AF0D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0519" y="3230309"/>
            <a:ext cx="314522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Green: prior set in agreement; zero now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CE7A6A3-9447-F1EC-F5A0-9DD9559D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659440" y="3673793"/>
            <a:ext cx="182880" cy="166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21A646E-6779-99B7-551B-2530F8B8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0079" y="3685604"/>
            <a:ext cx="2973789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Red: zero now</a:t>
            </a:r>
          </a:p>
          <a:p xmlns:a="http://schemas.openxmlformats.org/drawingml/2006/main">
            <a:r>
              <a:t>No prior set in agreement</a:t>
            </a:r>
          </a:p>
        </p:txBody>
      </p:sp>
    </p:spTree>
    <p:extLst>
      <p:ext uri="{BB962C8B-B14F-4D97-AF65-F5344CB8AC3E}">
        <p14:creationId xmlns:p14="http://schemas.microsoft.com/office/powerpoint/2010/main" val="43989474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C6F9CD0-A9BA-9842-E34A-D7823799E4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a span endpoint for lifetime details</a:t>
            </a:r>
          </a:p>
        </p:txBody>
      </p:sp>
      <p:pic>
        <p:nvPicPr>
          <p:cNvPr id="5" name="Content Placeholder 6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b671f6a28a744e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2234413" y="1825625"/>
            <a:ext cx="7723173" cy="435133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78420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76A6CA3-BF68-355B-0D6D-8E9F72F546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SSN labels expose sequence jumps</a:t>
            </a:r>
          </a:p>
        </p:txBody>
      </p:sp>
      <p:pic>
        <p:nvPicPr>
          <p:cNvPr id="5" name="Content Placeholder 3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d2eb9f52213a4e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2041908" y="1777498"/>
            <a:ext cx="7723173" cy="435133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33718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74AB5A-3605-54ED-3333-A5FADC6B9D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 BA update spacing</a:t>
            </a:r>
          </a:p>
        </p:txBody>
      </p:sp>
      <p:pic>
        <p:nvPicPr>
          <p:cNvPr id="5" name="Content Placeholder 4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d669e1aaf61740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2005813" y="2141537"/>
            <a:ext cx="7723173" cy="435133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66638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5577FA4-1F37-2CEC-2F5B-E998286BA1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ADDBA markers explain this SSN reset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76427fece94cb2"/>
          <a:stretch xmlns:a="http://schemas.openxmlformats.org/drawingml/2006/main"/>
        </p:blipFill>
        <p:spPr>
          <a:xfrm xmlns:a="http://schemas.openxmlformats.org/drawingml/2006/main" flipH="0" flipV="0">
            <a:off x="838200" y="1872349"/>
            <a:ext cx="10515600" cy="42578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01532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5577FA4-1F37-2CEC-2F5B-E998286BA1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Explicit-FCS-error BAs are gray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49e9c149e4ecf"/>
          <a:stretch xmlns:a="http://schemas.openxmlformats.org/drawingml/2006/main"/>
        </p:blipFill>
        <p:spPr>
          <a:xfrm xmlns:a="http://schemas.openxmlformats.org/drawingml/2006/main" flipH="0" flipV="0">
            <a:off x="838200" y="1872349"/>
            <a:ext cx="10515600" cy="42578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01532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BE1D99-3831-03DF-52BB-E2938337030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Investigate the session. Validate the frames.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4F1AC15-9F5C-C209-BDA8-78B925E6C67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graph evidence to find the interval, then return to the source packets before declaring loss.</a:t>
            </a:r>
          </a:p>
        </p:txBody>
      </p:sp>
    </p:spTree>
    <p:extLst>
      <p:ext uri="{BB962C8B-B14F-4D97-AF65-F5344CB8AC3E}">
        <p14:creationId xmlns:p14="http://schemas.microsoft.com/office/powerpoint/2010/main" val="420458873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2026-07-23T12:26:30.0270000Z</dcterms:created>
  <dcterms:modified xsi:type="dcterms:W3CDTF">2026-07-23T12:26:30.0270000Z</dcterms:modified>
</coreProperties>
</file>